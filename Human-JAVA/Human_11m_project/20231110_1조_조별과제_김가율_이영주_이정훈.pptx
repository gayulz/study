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61" r:id="rId3"/>
    <p:sldId id="263" r:id="rId4"/>
    <p:sldId id="262" r:id="rId5"/>
    <p:sldId id="264" r:id="rId6"/>
    <p:sldId id="274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302" r:id="rId15"/>
    <p:sldId id="306" r:id="rId16"/>
    <p:sldId id="303" r:id="rId17"/>
    <p:sldId id="307" r:id="rId18"/>
    <p:sldId id="310" r:id="rId19"/>
    <p:sldId id="311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37" r:id="rId35"/>
    <p:sldId id="338" r:id="rId36"/>
    <p:sldId id="355" r:id="rId37"/>
    <p:sldId id="356" r:id="rId38"/>
    <p:sldId id="357" r:id="rId39"/>
    <p:sldId id="339" r:id="rId40"/>
    <p:sldId id="358" r:id="rId41"/>
    <p:sldId id="340" r:id="rId42"/>
    <p:sldId id="359" r:id="rId43"/>
    <p:sldId id="341" r:id="rId44"/>
    <p:sldId id="360" r:id="rId45"/>
    <p:sldId id="363" r:id="rId46"/>
    <p:sldId id="353" r:id="rId47"/>
    <p:sldId id="362" r:id="rId48"/>
    <p:sldId id="344" r:id="rId49"/>
    <p:sldId id="345" r:id="rId50"/>
    <p:sldId id="352" r:id="rId51"/>
    <p:sldId id="346" r:id="rId52"/>
    <p:sldId id="351" r:id="rId53"/>
    <p:sldId id="347" r:id="rId54"/>
    <p:sldId id="348" r:id="rId55"/>
    <p:sldId id="349" r:id="rId56"/>
    <p:sldId id="350" r:id="rId57"/>
    <p:sldId id="354" r:id="rId5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4" autoAdjust="0"/>
    <p:restoredTop sz="94719"/>
  </p:normalViewPr>
  <p:slideViewPr>
    <p:cSldViewPr>
      <p:cViewPr varScale="1">
        <p:scale>
          <a:sx n="152" d="100"/>
          <a:sy n="152" d="100"/>
        </p:scale>
        <p:origin x="17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프로젝트 소개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10E51701-7D40-4447-8833-3D303201403C}" type="presOf" srcId="{8E0A97FE-FAF2-40FD-97F0-725B1420B862}" destId="{BB5E711B-A093-474A-B9FA-531C5229CB5B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E5BF2F9C-DA98-4F1B-B0C4-49B51C2841FC}" type="presOf" srcId="{D596F3FD-E025-4568-9A71-77FC8BB228E9}" destId="{80F9D8E6-10B5-4790-939D-2B6D328F5A8D}" srcOrd="0" destOrd="0" presId="urn:microsoft.com/office/officeart/2005/8/layout/vList6"/>
    <dgm:cxn modelId="{723D54A2-49A0-4DEF-BCBC-95DC320B4561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33C17865-C1AD-48AD-AEA0-7D948B5C4DCD}" type="presParOf" srcId="{BB5E711B-A093-474A-B9FA-531C5229CB5B}" destId="{69A69FD7-B410-4B4F-BAB2-4E3F57C2F02E}" srcOrd="0" destOrd="0" presId="urn:microsoft.com/office/officeart/2005/8/layout/vList6"/>
    <dgm:cxn modelId="{C0A0ED24-E311-451E-AF6E-A47A07CFDC35}" type="presParOf" srcId="{69A69FD7-B410-4B4F-BAB2-4E3F57C2F02E}" destId="{80F9D8E6-10B5-4790-939D-2B6D328F5A8D}" srcOrd="0" destOrd="0" presId="urn:microsoft.com/office/officeart/2005/8/layout/vList6"/>
    <dgm:cxn modelId="{EFDBACB5-AAF9-4E7B-A7C0-AA28A11F87B1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</a:t>
          </a:r>
          <a:r>
            <a:rPr lang="en-US" altLang="ko-KR" dirty="0"/>
            <a:t>Tools</a:t>
          </a:r>
          <a:endParaRPr lang="ko-KR" altLang="en-US" dirty="0"/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0551AF01-3139-44BC-9215-37DBF396DF01}" type="presOf" srcId="{D596F3FD-E025-4568-9A71-77FC8BB228E9}" destId="{80F9D8E6-10B5-4790-939D-2B6D328F5A8D}" srcOrd="0" destOrd="0" presId="urn:microsoft.com/office/officeart/2005/8/layout/vList6"/>
    <dgm:cxn modelId="{9DFF7904-CD2A-4E04-A9FE-01E848081CCE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C10DA1A3-2586-46D4-9D8E-8DCBF663991B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0B8AC449-259E-470F-9656-14DD79FCCF11}" type="presParOf" srcId="{BB5E711B-A093-474A-B9FA-531C5229CB5B}" destId="{69A69FD7-B410-4B4F-BAB2-4E3F57C2F02E}" srcOrd="0" destOrd="0" presId="urn:microsoft.com/office/officeart/2005/8/layout/vList6"/>
    <dgm:cxn modelId="{B4A0BBF9-4EAA-49C4-9B3F-CB38378C5BB4}" type="presParOf" srcId="{69A69FD7-B410-4B4F-BAB2-4E3F57C2F02E}" destId="{80F9D8E6-10B5-4790-939D-2B6D328F5A8D}" srcOrd="0" destOrd="0" presId="urn:microsoft.com/office/officeart/2005/8/layout/vList6"/>
    <dgm:cxn modelId="{C46ED045-C44F-40DE-B071-9801A5A7D73E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B1A00E02-8F00-487D-90BF-4B9A04A03396}" type="presOf" srcId="{616B73E2-C1BC-4080-84A3-360FEE8C9AD3}" destId="{279BB6A3-5960-4F74-8FC9-6CC0563168E4}" srcOrd="0" destOrd="0" presId="urn:microsoft.com/office/officeart/2005/8/layout/vList6"/>
    <dgm:cxn modelId="{A2F98B39-5E2B-4782-A694-6B026F1694AC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D29381FA-DAD0-4F38-AB2E-AA5B16E51803}" type="presOf" srcId="{8E0A97FE-FAF2-40FD-97F0-725B1420B862}" destId="{BB5E711B-A093-474A-B9FA-531C5229CB5B}" srcOrd="0" destOrd="0" presId="urn:microsoft.com/office/officeart/2005/8/layout/vList6"/>
    <dgm:cxn modelId="{A51DB7C2-506E-430B-B7EE-91E2FE016890}" type="presParOf" srcId="{BB5E711B-A093-474A-B9FA-531C5229CB5B}" destId="{69A69FD7-B410-4B4F-BAB2-4E3F57C2F02E}" srcOrd="0" destOrd="0" presId="urn:microsoft.com/office/officeart/2005/8/layout/vList6"/>
    <dgm:cxn modelId="{0C06BDBA-A45E-4FA6-A172-572E987CC528}" type="presParOf" srcId="{69A69FD7-B410-4B4F-BAB2-4E3F57C2F02E}" destId="{80F9D8E6-10B5-4790-939D-2B6D328F5A8D}" srcOrd="0" destOrd="0" presId="urn:microsoft.com/office/officeart/2005/8/layout/vList6"/>
    <dgm:cxn modelId="{BC0BFC23-8323-4B58-B15E-921390D7A7B3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C990C532-0637-42D0-BFE6-2A0FEBC9E2A8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088B0A6-CBEC-47EA-B067-2F145B0E80E0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20062CF1-8906-46AD-9374-EAECC3F5286E}" type="presOf" srcId="{D596F3FD-E025-4568-9A71-77FC8BB228E9}" destId="{80F9D8E6-10B5-4790-939D-2B6D328F5A8D}" srcOrd="0" destOrd="0" presId="urn:microsoft.com/office/officeart/2005/8/layout/vList6"/>
    <dgm:cxn modelId="{60A0AAC3-9501-400D-B9B2-F1823F429DEE}" type="presParOf" srcId="{BB5E711B-A093-474A-B9FA-531C5229CB5B}" destId="{69A69FD7-B410-4B4F-BAB2-4E3F57C2F02E}" srcOrd="0" destOrd="0" presId="urn:microsoft.com/office/officeart/2005/8/layout/vList6"/>
    <dgm:cxn modelId="{2EB92175-F378-47BA-946D-DE37E6FC8248}" type="presParOf" srcId="{69A69FD7-B410-4B4F-BAB2-4E3F57C2F02E}" destId="{80F9D8E6-10B5-4790-939D-2B6D328F5A8D}" srcOrd="0" destOrd="0" presId="urn:microsoft.com/office/officeart/2005/8/layout/vList6"/>
    <dgm:cxn modelId="{541F2E36-F022-4259-B089-4137CC9EEFF0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2FB99072-9EC6-4D25-BA5E-CE2D5BE32BD8}" type="presOf" srcId="{8E0A97FE-FAF2-40FD-97F0-725B1420B862}" destId="{BB5E711B-A093-474A-B9FA-531C5229CB5B}" srcOrd="0" destOrd="0" presId="urn:microsoft.com/office/officeart/2005/8/layout/vList6"/>
    <dgm:cxn modelId="{7C150281-FE44-429F-965C-5F0E57F8DF58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05A16EBC-183D-4F6A-AE95-E556367045FF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D1A3AD7C-DCB8-49E2-B34A-A01DAD8D23E0}" type="presParOf" srcId="{BB5E711B-A093-474A-B9FA-531C5229CB5B}" destId="{69A69FD7-B410-4B4F-BAB2-4E3F57C2F02E}" srcOrd="0" destOrd="0" presId="urn:microsoft.com/office/officeart/2005/8/layout/vList6"/>
    <dgm:cxn modelId="{3668470C-A887-485C-9EA8-66F2BC395D36}" type="presParOf" srcId="{69A69FD7-B410-4B4F-BAB2-4E3F57C2F02E}" destId="{80F9D8E6-10B5-4790-939D-2B6D328F5A8D}" srcOrd="0" destOrd="0" presId="urn:microsoft.com/office/officeart/2005/8/layout/vList6"/>
    <dgm:cxn modelId="{4584E0B4-DD09-44F7-A00D-3098EF01BEA9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683D0750-A2C3-4122-AD1D-67B98E787AC7}" type="presOf" srcId="{616B73E2-C1BC-4080-84A3-360FEE8C9AD3}" destId="{279BB6A3-5960-4F74-8FC9-6CC0563168E4}" srcOrd="0" destOrd="0" presId="urn:microsoft.com/office/officeart/2005/8/layout/vList6"/>
    <dgm:cxn modelId="{E7A00867-9490-4FE0-A5F9-3618392B1A42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B87DECDB-0D0F-4328-BA26-16B08E57FDF2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29678B11-EC81-42A4-9F46-FC09ED828340}" type="presParOf" srcId="{BB5E711B-A093-474A-B9FA-531C5229CB5B}" destId="{69A69FD7-B410-4B4F-BAB2-4E3F57C2F02E}" srcOrd="0" destOrd="0" presId="urn:microsoft.com/office/officeart/2005/8/layout/vList6"/>
    <dgm:cxn modelId="{547B02F5-7B11-461E-803C-057ACE1C7EA8}" type="presParOf" srcId="{69A69FD7-B410-4B4F-BAB2-4E3F57C2F02E}" destId="{80F9D8E6-10B5-4790-939D-2B6D328F5A8D}" srcOrd="0" destOrd="0" presId="urn:microsoft.com/office/officeart/2005/8/layout/vList6"/>
    <dgm:cxn modelId="{2DE7C94A-44D3-4209-AF90-FF9BD09C30E3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0FFFAB25-C015-4B8A-9F25-3B62D1A5D50B}" type="presOf" srcId="{8E0A97FE-FAF2-40FD-97F0-725B1420B862}" destId="{BB5E711B-A093-474A-B9FA-531C5229CB5B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62099A3-CD79-404D-A030-391D7E37FD03}" type="presOf" srcId="{D596F3FD-E025-4568-9A71-77FC8BB228E9}" destId="{80F9D8E6-10B5-4790-939D-2B6D328F5A8D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A68EF8E0-1D94-413D-BB3A-203EF5CA2958}" type="presOf" srcId="{616B73E2-C1BC-4080-84A3-360FEE8C9AD3}" destId="{279BB6A3-5960-4F74-8FC9-6CC0563168E4}" srcOrd="0" destOrd="0" presId="urn:microsoft.com/office/officeart/2005/8/layout/vList6"/>
    <dgm:cxn modelId="{470E13D8-60FE-4BD3-808A-ECFA1FF2A7EC}" type="presParOf" srcId="{BB5E711B-A093-474A-B9FA-531C5229CB5B}" destId="{69A69FD7-B410-4B4F-BAB2-4E3F57C2F02E}" srcOrd="0" destOrd="0" presId="urn:microsoft.com/office/officeart/2005/8/layout/vList6"/>
    <dgm:cxn modelId="{56DDB6F6-A5C7-4967-9BB5-735AC00B540C}" type="presParOf" srcId="{69A69FD7-B410-4B4F-BAB2-4E3F57C2F02E}" destId="{80F9D8E6-10B5-4790-939D-2B6D328F5A8D}" srcOrd="0" destOrd="0" presId="urn:microsoft.com/office/officeart/2005/8/layout/vList6"/>
    <dgm:cxn modelId="{D1B08C25-1CFE-4F84-94C1-5E13428A08F6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ECB60A34-70DC-4A94-9A54-733A9E6602F8}" type="presOf" srcId="{8E0A97FE-FAF2-40FD-97F0-725B1420B862}" destId="{BB5E711B-A093-474A-B9FA-531C5229CB5B}" srcOrd="0" destOrd="0" presId="urn:microsoft.com/office/officeart/2005/8/layout/vList6"/>
    <dgm:cxn modelId="{83401460-E393-4778-BE6E-FE94EA91C4F1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69F1B6C3-1463-47CB-AEEA-49637F08B6B9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F96EFEC4-1021-40C9-A2A7-538F6107A73A}" type="presParOf" srcId="{BB5E711B-A093-474A-B9FA-531C5229CB5B}" destId="{69A69FD7-B410-4B4F-BAB2-4E3F57C2F02E}" srcOrd="0" destOrd="0" presId="urn:microsoft.com/office/officeart/2005/8/layout/vList6"/>
    <dgm:cxn modelId="{35370345-5D62-4F3D-B82C-1C2222F0CA90}" type="presParOf" srcId="{69A69FD7-B410-4B4F-BAB2-4E3F57C2F02E}" destId="{80F9D8E6-10B5-4790-939D-2B6D328F5A8D}" srcOrd="0" destOrd="0" presId="urn:microsoft.com/office/officeart/2005/8/layout/vList6"/>
    <dgm:cxn modelId="{E6DA4D70-354A-4A06-A3D2-68758BFDC545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9A48AE69-403C-49C8-8DD4-6251F78F8FE9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A65E839D-5CCC-436F-B48A-6B681FED57FD}" type="presOf" srcId="{616B73E2-C1BC-4080-84A3-360FEE8C9AD3}" destId="{279BB6A3-5960-4F74-8FC9-6CC0563168E4}" srcOrd="0" destOrd="0" presId="urn:microsoft.com/office/officeart/2005/8/layout/vList6"/>
    <dgm:cxn modelId="{72541CCA-AC76-4B57-BCD9-4DF31D61D811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5082E835-3DF3-4A83-B35A-2CC99BD520CD}" type="presParOf" srcId="{BB5E711B-A093-474A-B9FA-531C5229CB5B}" destId="{69A69FD7-B410-4B4F-BAB2-4E3F57C2F02E}" srcOrd="0" destOrd="0" presId="urn:microsoft.com/office/officeart/2005/8/layout/vList6"/>
    <dgm:cxn modelId="{FC056C49-AFF4-40B0-9752-E3D04EF183D5}" type="presParOf" srcId="{69A69FD7-B410-4B4F-BAB2-4E3F57C2F02E}" destId="{80F9D8E6-10B5-4790-939D-2B6D328F5A8D}" srcOrd="0" destOrd="0" presId="urn:microsoft.com/office/officeart/2005/8/layout/vList6"/>
    <dgm:cxn modelId="{72BBAD98-BC48-4CC4-83EF-E2339B3F3F6F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0D7EC555-C201-4649-8F7C-596AD26F69A7}" type="presOf" srcId="{616B73E2-C1BC-4080-84A3-360FEE8C9AD3}" destId="{279BB6A3-5960-4F74-8FC9-6CC0563168E4}" srcOrd="0" destOrd="0" presId="urn:microsoft.com/office/officeart/2005/8/layout/vList6"/>
    <dgm:cxn modelId="{49DD5261-AE68-404D-B644-AD9203853CDF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55330AF7-9CF2-4464-BFF0-A7EE63F9D5FB}" type="presOf" srcId="{8E0A97FE-FAF2-40FD-97F0-725B1420B862}" destId="{BB5E711B-A093-474A-B9FA-531C5229CB5B}" srcOrd="0" destOrd="0" presId="urn:microsoft.com/office/officeart/2005/8/layout/vList6"/>
    <dgm:cxn modelId="{8C1C31F6-C0A3-4C61-8202-47C945FAEE6A}" type="presParOf" srcId="{BB5E711B-A093-474A-B9FA-531C5229CB5B}" destId="{69A69FD7-B410-4B4F-BAB2-4E3F57C2F02E}" srcOrd="0" destOrd="0" presId="urn:microsoft.com/office/officeart/2005/8/layout/vList6"/>
    <dgm:cxn modelId="{B5A20535-357D-4465-8339-C8666620663B}" type="presParOf" srcId="{69A69FD7-B410-4B4F-BAB2-4E3F57C2F02E}" destId="{80F9D8E6-10B5-4790-939D-2B6D328F5A8D}" srcOrd="0" destOrd="0" presId="urn:microsoft.com/office/officeart/2005/8/layout/vList6"/>
    <dgm:cxn modelId="{98AA726D-76AF-4BA8-AD5E-891DDE9A5002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EB3E0C09-E676-4C53-BE72-F1C8C54A91CA}" type="presOf" srcId="{8E0A97FE-FAF2-40FD-97F0-725B1420B862}" destId="{BB5E711B-A093-474A-B9FA-531C5229CB5B}" srcOrd="0" destOrd="0" presId="urn:microsoft.com/office/officeart/2005/8/layout/vList6"/>
    <dgm:cxn modelId="{92908C72-CA7C-4611-BC9A-FC459E68D5E2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61EE39A0-F045-4026-96DA-799210A0849A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DE087496-8816-47E8-8603-D83FF5815CA0}" type="presParOf" srcId="{BB5E711B-A093-474A-B9FA-531C5229CB5B}" destId="{69A69FD7-B410-4B4F-BAB2-4E3F57C2F02E}" srcOrd="0" destOrd="0" presId="urn:microsoft.com/office/officeart/2005/8/layout/vList6"/>
    <dgm:cxn modelId="{C4681FC1-A11F-4B2D-B5F5-DE8ABED33F49}" type="presParOf" srcId="{69A69FD7-B410-4B4F-BAB2-4E3F57C2F02E}" destId="{80F9D8E6-10B5-4790-939D-2B6D328F5A8D}" srcOrd="0" destOrd="0" presId="urn:microsoft.com/office/officeart/2005/8/layout/vList6"/>
    <dgm:cxn modelId="{B0246473-E0BF-490D-9AD8-3D45E1409DBB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11476A67-161E-46F3-B6E2-BB43BF68CABC}" type="presOf" srcId="{8E0A97FE-FAF2-40FD-97F0-725B1420B862}" destId="{BB5E711B-A093-474A-B9FA-531C5229CB5B}" srcOrd="0" destOrd="0" presId="urn:microsoft.com/office/officeart/2005/8/layout/vList6"/>
    <dgm:cxn modelId="{F5A2B080-7980-4B8A-A17A-3C31777891E6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2FE211FD-C619-4A25-BFF7-F516ED3440F5}" type="presOf" srcId="{616B73E2-C1BC-4080-84A3-360FEE8C9AD3}" destId="{279BB6A3-5960-4F74-8FC9-6CC0563168E4}" srcOrd="0" destOrd="0" presId="urn:microsoft.com/office/officeart/2005/8/layout/vList6"/>
    <dgm:cxn modelId="{78159C81-A1A5-4575-883B-793E25953F0C}" type="presParOf" srcId="{BB5E711B-A093-474A-B9FA-531C5229CB5B}" destId="{69A69FD7-B410-4B4F-BAB2-4E3F57C2F02E}" srcOrd="0" destOrd="0" presId="urn:microsoft.com/office/officeart/2005/8/layout/vList6"/>
    <dgm:cxn modelId="{B3035D3F-83E0-4278-840A-9931C3DF90AA}" type="presParOf" srcId="{69A69FD7-B410-4B4F-BAB2-4E3F57C2F02E}" destId="{80F9D8E6-10B5-4790-939D-2B6D328F5A8D}" srcOrd="0" destOrd="0" presId="urn:microsoft.com/office/officeart/2005/8/layout/vList6"/>
    <dgm:cxn modelId="{BAC66BE2-8DBE-4F7A-A0BB-12E06495F443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433F2219-D39C-4293-B09B-B4E61F7D6987}" type="presOf" srcId="{D596F3FD-E025-4568-9A71-77FC8BB228E9}" destId="{80F9D8E6-10B5-4790-939D-2B6D328F5A8D}" srcOrd="0" destOrd="0" presId="urn:microsoft.com/office/officeart/2005/8/layout/vList6"/>
    <dgm:cxn modelId="{A9A19178-1070-4551-83E9-D374326255AA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5AD6ADB7-690C-49F9-9C9F-BACB358ED921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B468E25F-B0A0-4B83-840C-ED19855E6658}" type="presParOf" srcId="{BB5E711B-A093-474A-B9FA-531C5229CB5B}" destId="{69A69FD7-B410-4B4F-BAB2-4E3F57C2F02E}" srcOrd="0" destOrd="0" presId="urn:microsoft.com/office/officeart/2005/8/layout/vList6"/>
    <dgm:cxn modelId="{6C9FF12F-E664-461A-9679-99F609B1A3A0}" type="presParOf" srcId="{69A69FD7-B410-4B4F-BAB2-4E3F57C2F02E}" destId="{80F9D8E6-10B5-4790-939D-2B6D328F5A8D}" srcOrd="0" destOrd="0" presId="urn:microsoft.com/office/officeart/2005/8/layout/vList6"/>
    <dgm:cxn modelId="{BCEA202A-247A-4C25-964F-BEA93817096C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E4401317-9735-4D48-BAC8-28DD592BD547}" type="presOf" srcId="{D596F3FD-E025-4568-9A71-77FC8BB228E9}" destId="{80F9D8E6-10B5-4790-939D-2B6D328F5A8D}" srcOrd="0" destOrd="0" presId="urn:microsoft.com/office/officeart/2005/8/layout/vList6"/>
    <dgm:cxn modelId="{5D80008B-A059-44D9-B4B9-0E80D691F075}" type="presOf" srcId="{8E0A97FE-FAF2-40FD-97F0-725B1420B862}" destId="{BB5E711B-A093-474A-B9FA-531C5229CB5B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86D98E96-1046-45EF-90B5-F53AC23EA37C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F39D4428-8DE2-4833-BA6A-C6BC7C9E8642}" type="presParOf" srcId="{BB5E711B-A093-474A-B9FA-531C5229CB5B}" destId="{69A69FD7-B410-4B4F-BAB2-4E3F57C2F02E}" srcOrd="0" destOrd="0" presId="urn:microsoft.com/office/officeart/2005/8/layout/vList6"/>
    <dgm:cxn modelId="{EF81EADD-E180-44B5-83AA-14F69A70D0EF}" type="presParOf" srcId="{69A69FD7-B410-4B4F-BAB2-4E3F57C2F02E}" destId="{80F9D8E6-10B5-4790-939D-2B6D328F5A8D}" srcOrd="0" destOrd="0" presId="urn:microsoft.com/office/officeart/2005/8/layout/vList6"/>
    <dgm:cxn modelId="{D611BA2F-5559-43B6-882F-60F93D1B1171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39BE862C-0652-42C9-8A1E-E0CEDE3A20CE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90B1689C-CC7F-475E-A67D-95AA591296C3}" type="presOf" srcId="{D596F3FD-E025-4568-9A71-77FC8BB228E9}" destId="{80F9D8E6-10B5-4790-939D-2B6D328F5A8D}" srcOrd="0" destOrd="0" presId="urn:microsoft.com/office/officeart/2005/8/layout/vList6"/>
    <dgm:cxn modelId="{0CA09AA4-9957-44AD-B786-C0C8A6510C66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1B9990CD-2460-4008-B020-D8211B636205}" type="presParOf" srcId="{BB5E711B-A093-474A-B9FA-531C5229CB5B}" destId="{69A69FD7-B410-4B4F-BAB2-4E3F57C2F02E}" srcOrd="0" destOrd="0" presId="urn:microsoft.com/office/officeart/2005/8/layout/vList6"/>
    <dgm:cxn modelId="{1E794ACB-FAE4-41A6-87F7-AB9D2A620AE8}" type="presParOf" srcId="{69A69FD7-B410-4B4F-BAB2-4E3F57C2F02E}" destId="{80F9D8E6-10B5-4790-939D-2B6D328F5A8D}" srcOrd="0" destOrd="0" presId="urn:microsoft.com/office/officeart/2005/8/layout/vList6"/>
    <dgm:cxn modelId="{21DC7CC6-9632-4431-80ED-1D3C552D416B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FC62A95B-E5D2-4999-8A89-7032A5FD199A}" type="presOf" srcId="{D596F3FD-E025-4568-9A71-77FC8BB228E9}" destId="{80F9D8E6-10B5-4790-939D-2B6D328F5A8D}" srcOrd="0" destOrd="0" presId="urn:microsoft.com/office/officeart/2005/8/layout/vList6"/>
    <dgm:cxn modelId="{234AD45B-9157-4E83-9AED-F8FB3E7967E5}" type="presOf" srcId="{8E0A97FE-FAF2-40FD-97F0-725B1420B862}" destId="{BB5E711B-A093-474A-B9FA-531C5229CB5B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EF000AA0-5BCB-43E8-8429-BA2574BC566C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B399F923-ACA4-4A2E-B1D6-B2CE1BFCBE65}" type="presParOf" srcId="{BB5E711B-A093-474A-B9FA-531C5229CB5B}" destId="{69A69FD7-B410-4B4F-BAB2-4E3F57C2F02E}" srcOrd="0" destOrd="0" presId="urn:microsoft.com/office/officeart/2005/8/layout/vList6"/>
    <dgm:cxn modelId="{46CB901A-2F8F-4460-8C6B-59D05C1C6E1E}" type="presParOf" srcId="{69A69FD7-B410-4B4F-BAB2-4E3F57C2F02E}" destId="{80F9D8E6-10B5-4790-939D-2B6D328F5A8D}" srcOrd="0" destOrd="0" presId="urn:microsoft.com/office/officeart/2005/8/layout/vList6"/>
    <dgm:cxn modelId="{CA8DF853-898B-45E6-97B9-31F216F6DA1C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CEEC1716-CD94-4F43-BE99-805DC6D60A86}" type="presOf" srcId="{8E0A97FE-FAF2-40FD-97F0-725B1420B862}" destId="{BB5E711B-A093-474A-B9FA-531C5229CB5B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C028BCD3-15F5-4274-90D0-93A84FFE9DD8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38F0F4EE-EB9A-4DC6-ACA3-2657D7068E27}" type="presOf" srcId="{D596F3FD-E025-4568-9A71-77FC8BB228E9}" destId="{80F9D8E6-10B5-4790-939D-2B6D328F5A8D}" srcOrd="0" destOrd="0" presId="urn:microsoft.com/office/officeart/2005/8/layout/vList6"/>
    <dgm:cxn modelId="{28C42B73-F0AA-4957-B9B7-A550D2B0C337}" type="presParOf" srcId="{BB5E711B-A093-474A-B9FA-531C5229CB5B}" destId="{69A69FD7-B410-4B4F-BAB2-4E3F57C2F02E}" srcOrd="0" destOrd="0" presId="urn:microsoft.com/office/officeart/2005/8/layout/vList6"/>
    <dgm:cxn modelId="{B6EE80BD-FD5C-4C47-A71D-2751BF78D4F2}" type="presParOf" srcId="{69A69FD7-B410-4B4F-BAB2-4E3F57C2F02E}" destId="{80F9D8E6-10B5-4790-939D-2B6D328F5A8D}" srcOrd="0" destOrd="0" presId="urn:microsoft.com/office/officeart/2005/8/layout/vList6"/>
    <dgm:cxn modelId="{A9D70296-31CF-40AA-90D9-9F3BCC51AFE6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C33CC008-9F4A-4FDC-9435-915956943F12}" type="presOf" srcId="{8E0A97FE-FAF2-40FD-97F0-725B1420B862}" destId="{BB5E711B-A093-474A-B9FA-531C5229CB5B}" srcOrd="0" destOrd="0" presId="urn:microsoft.com/office/officeart/2005/8/layout/vList6"/>
    <dgm:cxn modelId="{EB925B49-8064-4505-9D60-55A558D0CBAD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C1640996-BCC4-4EF7-AE63-86C57A788E03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F1D58F80-22C8-48E4-92CE-F383437928A1}" type="presParOf" srcId="{BB5E711B-A093-474A-B9FA-531C5229CB5B}" destId="{69A69FD7-B410-4B4F-BAB2-4E3F57C2F02E}" srcOrd="0" destOrd="0" presId="urn:microsoft.com/office/officeart/2005/8/layout/vList6"/>
    <dgm:cxn modelId="{1D8D363E-C0F3-4FF5-9C12-514EF6F7A5AE}" type="presParOf" srcId="{69A69FD7-B410-4B4F-BAB2-4E3F57C2F02E}" destId="{80F9D8E6-10B5-4790-939D-2B6D328F5A8D}" srcOrd="0" destOrd="0" presId="urn:microsoft.com/office/officeart/2005/8/layout/vList6"/>
    <dgm:cxn modelId="{04BF73B0-08C4-4F7A-9038-179FB18089DC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252A2603-E51B-44C3-9FC2-5BDED720AB38}" type="presOf" srcId="{616B73E2-C1BC-4080-84A3-360FEE8C9AD3}" destId="{279BB6A3-5960-4F74-8FC9-6CC0563168E4}" srcOrd="0" destOrd="0" presId="urn:microsoft.com/office/officeart/2005/8/layout/vList6"/>
    <dgm:cxn modelId="{1CC33030-89AF-4DF7-BA85-95FA620838F0}" type="presOf" srcId="{8E0A97FE-FAF2-40FD-97F0-725B1420B862}" destId="{BB5E711B-A093-474A-B9FA-531C5229CB5B}" srcOrd="0" destOrd="0" presId="urn:microsoft.com/office/officeart/2005/8/layout/vList6"/>
    <dgm:cxn modelId="{87985F37-5AC5-489B-A220-43580374F830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F48BA835-5850-4BD7-80A3-04456F562786}" type="presParOf" srcId="{BB5E711B-A093-474A-B9FA-531C5229CB5B}" destId="{69A69FD7-B410-4B4F-BAB2-4E3F57C2F02E}" srcOrd="0" destOrd="0" presId="urn:microsoft.com/office/officeart/2005/8/layout/vList6"/>
    <dgm:cxn modelId="{9CF5D5A1-B337-4716-A209-0EFDF88A7600}" type="presParOf" srcId="{69A69FD7-B410-4B4F-BAB2-4E3F57C2F02E}" destId="{80F9D8E6-10B5-4790-939D-2B6D328F5A8D}" srcOrd="0" destOrd="0" presId="urn:microsoft.com/office/officeart/2005/8/layout/vList6"/>
    <dgm:cxn modelId="{CC3C1EA5-0FEA-45D9-B47F-B156B451D257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49A3C06B-2C0D-408F-992C-EDC840540241}" type="presOf" srcId="{616B73E2-C1BC-4080-84A3-360FEE8C9AD3}" destId="{279BB6A3-5960-4F74-8FC9-6CC0563168E4}" srcOrd="0" destOrd="0" presId="urn:microsoft.com/office/officeart/2005/8/layout/vList6"/>
    <dgm:cxn modelId="{7A5E0576-27DE-43D8-9319-3310B6B29F24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9DC0D4BC-7158-4E5E-8524-9F59D71B2B99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96681EB7-4CCE-482E-B451-2E2F70DC9789}" type="presParOf" srcId="{BB5E711B-A093-474A-B9FA-531C5229CB5B}" destId="{69A69FD7-B410-4B4F-BAB2-4E3F57C2F02E}" srcOrd="0" destOrd="0" presId="urn:microsoft.com/office/officeart/2005/8/layout/vList6"/>
    <dgm:cxn modelId="{1B50CCC2-6CBE-4B93-AA87-21E323EEDA75}" type="presParOf" srcId="{69A69FD7-B410-4B4F-BAB2-4E3F57C2F02E}" destId="{80F9D8E6-10B5-4790-939D-2B6D328F5A8D}" srcOrd="0" destOrd="0" presId="urn:microsoft.com/office/officeart/2005/8/layout/vList6"/>
    <dgm:cxn modelId="{8294C60E-DD29-4DD9-9C97-33820B47E13D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68E2AB5F-3F61-48B9-BC8F-F993ED694F0C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9D7EB9BE-D165-4D1B-93A5-9207FC94F615}" type="presOf" srcId="{616B73E2-C1BC-4080-84A3-360FEE8C9AD3}" destId="{279BB6A3-5960-4F74-8FC9-6CC0563168E4}" srcOrd="0" destOrd="0" presId="urn:microsoft.com/office/officeart/2005/8/layout/vList6"/>
    <dgm:cxn modelId="{0FCC4DCB-5FD8-4BC4-8C9A-9D4CED326016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2B56350D-E819-4280-AE1F-24F339C5E0F3}" type="presParOf" srcId="{BB5E711B-A093-474A-B9FA-531C5229CB5B}" destId="{69A69FD7-B410-4B4F-BAB2-4E3F57C2F02E}" srcOrd="0" destOrd="0" presId="urn:microsoft.com/office/officeart/2005/8/layout/vList6"/>
    <dgm:cxn modelId="{493A752E-0AB9-4C3D-8D3B-8566E02C6031}" type="presParOf" srcId="{69A69FD7-B410-4B4F-BAB2-4E3F57C2F02E}" destId="{80F9D8E6-10B5-4790-939D-2B6D328F5A8D}" srcOrd="0" destOrd="0" presId="urn:microsoft.com/office/officeart/2005/8/layout/vList6"/>
    <dgm:cxn modelId="{10A5EEF6-FFC9-470D-94C3-E1DF49279D42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EB63C509-14C4-490F-AA0A-D8BE676744BA}" type="presOf" srcId="{616B73E2-C1BC-4080-84A3-360FEE8C9AD3}" destId="{279BB6A3-5960-4F74-8FC9-6CC0563168E4}" srcOrd="0" destOrd="0" presId="urn:microsoft.com/office/officeart/2005/8/layout/vList6"/>
    <dgm:cxn modelId="{2EC54355-BDBA-4C25-9F90-D8C6FD130705}" type="presOf" srcId="{8E0A97FE-FAF2-40FD-97F0-725B1420B862}" destId="{BB5E711B-A093-474A-B9FA-531C5229CB5B}" srcOrd="0" destOrd="0" presId="urn:microsoft.com/office/officeart/2005/8/layout/vList6"/>
    <dgm:cxn modelId="{7656695F-0165-48C2-BEB7-880596263324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8BDD3AA5-672B-480A-BEBD-AF95F6E9C6B0}" type="presParOf" srcId="{BB5E711B-A093-474A-B9FA-531C5229CB5B}" destId="{69A69FD7-B410-4B4F-BAB2-4E3F57C2F02E}" srcOrd="0" destOrd="0" presId="urn:microsoft.com/office/officeart/2005/8/layout/vList6"/>
    <dgm:cxn modelId="{F7E14F2B-A052-4A15-A33B-02C666C81ADF}" type="presParOf" srcId="{69A69FD7-B410-4B4F-BAB2-4E3F57C2F02E}" destId="{80F9D8E6-10B5-4790-939D-2B6D328F5A8D}" srcOrd="0" destOrd="0" presId="urn:microsoft.com/office/officeart/2005/8/layout/vList6"/>
    <dgm:cxn modelId="{2407D5E1-C4D5-4DB6-9380-38E5AA69A645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A6F07225-FBAE-4852-A2BD-746AE6AA01F8}" type="presOf" srcId="{D596F3FD-E025-4568-9A71-77FC8BB228E9}" destId="{80F9D8E6-10B5-4790-939D-2B6D328F5A8D}" srcOrd="0" destOrd="0" presId="urn:microsoft.com/office/officeart/2005/8/layout/vList6"/>
    <dgm:cxn modelId="{20CE1160-698A-4776-9877-3A8E9FA94B01}" type="presOf" srcId="{8E0A97FE-FAF2-40FD-97F0-725B1420B862}" destId="{BB5E711B-A093-474A-B9FA-531C5229CB5B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A9D889D2-A8E8-4AFB-BDFA-21C38FA3F320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E05614A1-8F55-4ED3-9968-3FCA16A6C72B}" type="presParOf" srcId="{BB5E711B-A093-474A-B9FA-531C5229CB5B}" destId="{69A69FD7-B410-4B4F-BAB2-4E3F57C2F02E}" srcOrd="0" destOrd="0" presId="urn:microsoft.com/office/officeart/2005/8/layout/vList6"/>
    <dgm:cxn modelId="{ABB5944C-2C5E-4E94-9274-7E69C04AD7FF}" type="presParOf" srcId="{69A69FD7-B410-4B4F-BAB2-4E3F57C2F02E}" destId="{80F9D8E6-10B5-4790-939D-2B6D328F5A8D}" srcOrd="0" destOrd="0" presId="urn:microsoft.com/office/officeart/2005/8/layout/vList6"/>
    <dgm:cxn modelId="{314766A5-0626-4D92-AA3E-4C101EEBF41F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FE695D14-5F8F-4C0D-A574-745F7496C521}" type="presOf" srcId="{616B73E2-C1BC-4080-84A3-360FEE8C9AD3}" destId="{279BB6A3-5960-4F74-8FC9-6CC0563168E4}" srcOrd="0" destOrd="0" presId="urn:microsoft.com/office/officeart/2005/8/layout/vList6"/>
    <dgm:cxn modelId="{0A52A86B-5146-4C72-8723-D4A96F02AE01}" type="presOf" srcId="{8E0A97FE-FAF2-40FD-97F0-725B1420B862}" destId="{BB5E711B-A093-474A-B9FA-531C5229CB5B}" srcOrd="0" destOrd="0" presId="urn:microsoft.com/office/officeart/2005/8/layout/vList6"/>
    <dgm:cxn modelId="{771CC882-C1AF-4DAB-BA3C-CC8820E4AB64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58DE1888-18AB-44AC-B3E1-D798F711353B}" type="presParOf" srcId="{BB5E711B-A093-474A-B9FA-531C5229CB5B}" destId="{69A69FD7-B410-4B4F-BAB2-4E3F57C2F02E}" srcOrd="0" destOrd="0" presId="urn:microsoft.com/office/officeart/2005/8/layout/vList6"/>
    <dgm:cxn modelId="{90C7925E-5FD8-4635-902C-7950EE399A59}" type="presParOf" srcId="{69A69FD7-B410-4B4F-BAB2-4E3F57C2F02E}" destId="{80F9D8E6-10B5-4790-939D-2B6D328F5A8D}" srcOrd="0" destOrd="0" presId="urn:microsoft.com/office/officeart/2005/8/layout/vList6"/>
    <dgm:cxn modelId="{6224EC4E-0410-4CBC-8B11-E4391AE84C29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96425A07-0D8D-4E17-B457-9BD6AD73D9E1}" type="presOf" srcId="{8E0A97FE-FAF2-40FD-97F0-725B1420B862}" destId="{BB5E711B-A093-474A-B9FA-531C5229CB5B}" srcOrd="0" destOrd="0" presId="urn:microsoft.com/office/officeart/2005/8/layout/vList6"/>
    <dgm:cxn modelId="{8F4C3416-D1E0-4FC2-9155-6083BAFA8059}" type="presOf" srcId="{616B73E2-C1BC-4080-84A3-360FEE8C9AD3}" destId="{279BB6A3-5960-4F74-8FC9-6CC0563168E4}" srcOrd="0" destOrd="0" presId="urn:microsoft.com/office/officeart/2005/8/layout/vList6"/>
    <dgm:cxn modelId="{4C158B59-6C4F-4E7F-8EB0-69722173B9BA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59A81AD8-6604-4322-8BD7-9C3092C4BF27}" type="presParOf" srcId="{BB5E711B-A093-474A-B9FA-531C5229CB5B}" destId="{69A69FD7-B410-4B4F-BAB2-4E3F57C2F02E}" srcOrd="0" destOrd="0" presId="urn:microsoft.com/office/officeart/2005/8/layout/vList6"/>
    <dgm:cxn modelId="{E6244BFC-625F-4790-BED5-9C446712C8C6}" type="presParOf" srcId="{69A69FD7-B410-4B4F-BAB2-4E3F57C2F02E}" destId="{80F9D8E6-10B5-4790-939D-2B6D328F5A8D}" srcOrd="0" destOrd="0" presId="urn:microsoft.com/office/officeart/2005/8/layout/vList6"/>
    <dgm:cxn modelId="{0F4653B4-DF21-43B4-BB67-D8F91A4F4624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B7847A20-289A-4B64-A0E0-FF0F6BF3AEFF}" type="presOf" srcId="{616B73E2-C1BC-4080-84A3-360FEE8C9AD3}" destId="{279BB6A3-5960-4F74-8FC9-6CC0563168E4}" srcOrd="0" destOrd="0" presId="urn:microsoft.com/office/officeart/2005/8/layout/vList6"/>
    <dgm:cxn modelId="{4C91A970-5A94-41A4-89A3-B8887C5CF8E3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7B9B71E2-A1CA-42E5-BED2-1471DDD8699C}" type="presOf" srcId="{8E0A97FE-FAF2-40FD-97F0-725B1420B862}" destId="{BB5E711B-A093-474A-B9FA-531C5229CB5B}" srcOrd="0" destOrd="0" presId="urn:microsoft.com/office/officeart/2005/8/layout/vList6"/>
    <dgm:cxn modelId="{9EB15F40-E715-416F-BD32-4E8D657A543C}" type="presParOf" srcId="{BB5E711B-A093-474A-B9FA-531C5229CB5B}" destId="{69A69FD7-B410-4B4F-BAB2-4E3F57C2F02E}" srcOrd="0" destOrd="0" presId="urn:microsoft.com/office/officeart/2005/8/layout/vList6"/>
    <dgm:cxn modelId="{4125CC61-7EC1-44F0-8038-F60EC8D98B79}" type="presParOf" srcId="{69A69FD7-B410-4B4F-BAB2-4E3F57C2F02E}" destId="{80F9D8E6-10B5-4790-939D-2B6D328F5A8D}" srcOrd="0" destOrd="0" presId="urn:microsoft.com/office/officeart/2005/8/layout/vList6"/>
    <dgm:cxn modelId="{20099EDD-86FE-4103-8964-1889DB0842EA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31DFC50C-5E85-4BEB-A20A-448634D80F8F}" type="presOf" srcId="{D596F3FD-E025-4568-9A71-77FC8BB228E9}" destId="{80F9D8E6-10B5-4790-939D-2B6D328F5A8D}" srcOrd="0" destOrd="0" presId="urn:microsoft.com/office/officeart/2005/8/layout/vList6"/>
    <dgm:cxn modelId="{DC4D6A2C-A429-44E0-A0EF-7DBDA4E5B341}" type="presOf" srcId="{8E0A97FE-FAF2-40FD-97F0-725B1420B862}" destId="{BB5E711B-A093-474A-B9FA-531C5229CB5B}" srcOrd="0" destOrd="0" presId="urn:microsoft.com/office/officeart/2005/8/layout/vList6"/>
    <dgm:cxn modelId="{10E03B3F-AC55-40A4-B4D3-E32AEBBA3617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F6077A9B-5B16-4330-9E66-086614967EB3}" type="presParOf" srcId="{BB5E711B-A093-474A-B9FA-531C5229CB5B}" destId="{69A69FD7-B410-4B4F-BAB2-4E3F57C2F02E}" srcOrd="0" destOrd="0" presId="urn:microsoft.com/office/officeart/2005/8/layout/vList6"/>
    <dgm:cxn modelId="{7864EFAB-4816-4E89-8997-6AAE85D8BFFD}" type="presParOf" srcId="{69A69FD7-B410-4B4F-BAB2-4E3F57C2F02E}" destId="{80F9D8E6-10B5-4790-939D-2B6D328F5A8D}" srcOrd="0" destOrd="0" presId="urn:microsoft.com/office/officeart/2005/8/layout/vList6"/>
    <dgm:cxn modelId="{E5E3EE1D-B4C8-4A75-8F82-19635F3D0F51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1E5B077F-8418-4F6F-A3B3-02BEBF19E7A8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8A32F0EE-67F8-4A63-BCC4-C705E0BEF724}" type="presOf" srcId="{D596F3FD-E025-4568-9A71-77FC8BB228E9}" destId="{80F9D8E6-10B5-4790-939D-2B6D328F5A8D}" srcOrd="0" destOrd="0" presId="urn:microsoft.com/office/officeart/2005/8/layout/vList6"/>
    <dgm:cxn modelId="{5F09B4F2-AB6A-4A0D-A93A-93C3C584AC00}" type="presOf" srcId="{8E0A97FE-FAF2-40FD-97F0-725B1420B862}" destId="{BB5E711B-A093-474A-B9FA-531C5229CB5B}" srcOrd="0" destOrd="0" presId="urn:microsoft.com/office/officeart/2005/8/layout/vList6"/>
    <dgm:cxn modelId="{63F4009C-47F4-404F-A26B-7BD51EAF2ABA}" type="presParOf" srcId="{BB5E711B-A093-474A-B9FA-531C5229CB5B}" destId="{69A69FD7-B410-4B4F-BAB2-4E3F57C2F02E}" srcOrd="0" destOrd="0" presId="urn:microsoft.com/office/officeart/2005/8/layout/vList6"/>
    <dgm:cxn modelId="{62C9A0F5-7A67-4520-A2B9-6598670B7036}" type="presParOf" srcId="{69A69FD7-B410-4B4F-BAB2-4E3F57C2F02E}" destId="{80F9D8E6-10B5-4790-939D-2B6D328F5A8D}" srcOrd="0" destOrd="0" presId="urn:microsoft.com/office/officeart/2005/8/layout/vList6"/>
    <dgm:cxn modelId="{5470DCDA-8AF8-405A-93F9-3FDA759B43B3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C644A619-EE53-4C9D-94E9-F5652384C7FC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BC32A1BC-CE67-4AFD-8F52-53040D03FD5F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7B25D7F2-8F6E-41B7-8C5C-C2D4DCD7BF54}" type="presOf" srcId="{8E0A97FE-FAF2-40FD-97F0-725B1420B862}" destId="{BB5E711B-A093-474A-B9FA-531C5229CB5B}" srcOrd="0" destOrd="0" presId="urn:microsoft.com/office/officeart/2005/8/layout/vList6"/>
    <dgm:cxn modelId="{9CAB2710-2C24-45C1-B744-1EA2266C449E}" type="presParOf" srcId="{BB5E711B-A093-474A-B9FA-531C5229CB5B}" destId="{69A69FD7-B410-4B4F-BAB2-4E3F57C2F02E}" srcOrd="0" destOrd="0" presId="urn:microsoft.com/office/officeart/2005/8/layout/vList6"/>
    <dgm:cxn modelId="{BD710FBA-D200-4AED-9D96-5B7413B29062}" type="presParOf" srcId="{69A69FD7-B410-4B4F-BAB2-4E3F57C2F02E}" destId="{80F9D8E6-10B5-4790-939D-2B6D328F5A8D}" srcOrd="0" destOrd="0" presId="urn:microsoft.com/office/officeart/2005/8/layout/vList6"/>
    <dgm:cxn modelId="{E2C99F7D-CEF4-4E15-91B8-88CFE2C2D0FB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58EA2D13-D5DA-4254-A800-A62B7C78B502}" type="presOf" srcId="{D596F3FD-E025-4568-9A71-77FC8BB228E9}" destId="{80F9D8E6-10B5-4790-939D-2B6D328F5A8D}" srcOrd="0" destOrd="0" presId="urn:microsoft.com/office/officeart/2005/8/layout/vList6"/>
    <dgm:cxn modelId="{E1388E63-94C7-4A78-BABF-95A319AD4F82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C9E77DA1-13FC-481A-AA6E-A6F12F27C0B5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9FFF5EBC-4DDC-4577-806A-169F1FA7EFA9}" type="presParOf" srcId="{BB5E711B-A093-474A-B9FA-531C5229CB5B}" destId="{69A69FD7-B410-4B4F-BAB2-4E3F57C2F02E}" srcOrd="0" destOrd="0" presId="urn:microsoft.com/office/officeart/2005/8/layout/vList6"/>
    <dgm:cxn modelId="{607E9125-AE92-4EE7-B260-BAF2CAB1A2D7}" type="presParOf" srcId="{69A69FD7-B410-4B4F-BAB2-4E3F57C2F02E}" destId="{80F9D8E6-10B5-4790-939D-2B6D328F5A8D}" srcOrd="0" destOrd="0" presId="urn:microsoft.com/office/officeart/2005/8/layout/vList6"/>
    <dgm:cxn modelId="{7A7F1445-AB00-4332-9140-E44153D31293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구현한 기능 목록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288C5C8A-687C-4C9A-A2D7-C0291EC6834E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8BB2B98F-C218-4469-A98E-BCB4779A3E0E}" type="presOf" srcId="{8E0A97FE-FAF2-40FD-97F0-725B1420B862}" destId="{BB5E711B-A093-474A-B9FA-531C5229CB5B}" srcOrd="0" destOrd="0" presId="urn:microsoft.com/office/officeart/2005/8/layout/vList6"/>
    <dgm:cxn modelId="{DC474AB7-DFE6-4FA2-A4C5-661E9EB8E672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D714ECCF-C522-4FFD-B7FB-D496E4EDD7AC}" type="presParOf" srcId="{BB5E711B-A093-474A-B9FA-531C5229CB5B}" destId="{69A69FD7-B410-4B4F-BAB2-4E3F57C2F02E}" srcOrd="0" destOrd="0" presId="urn:microsoft.com/office/officeart/2005/8/layout/vList6"/>
    <dgm:cxn modelId="{FD69A27C-F442-4B9D-BC83-FBD804B9FBC9}" type="presParOf" srcId="{69A69FD7-B410-4B4F-BAB2-4E3F57C2F02E}" destId="{80F9D8E6-10B5-4790-939D-2B6D328F5A8D}" srcOrd="0" destOrd="0" presId="urn:microsoft.com/office/officeart/2005/8/layout/vList6"/>
    <dgm:cxn modelId="{E0518ACC-613B-4B0B-AF7E-35ACAFA9E4D6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클래스정보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F1384346-250A-40C1-B0CE-63BFC38E33E7}" type="presOf" srcId="{D596F3FD-E025-4568-9A71-77FC8BB228E9}" destId="{80F9D8E6-10B5-4790-939D-2B6D328F5A8D}" srcOrd="0" destOrd="0" presId="urn:microsoft.com/office/officeart/2005/8/layout/vList6"/>
    <dgm:cxn modelId="{5758917D-8810-4220-A6D3-915E72C3CFD5}" type="presOf" srcId="{8E0A97FE-FAF2-40FD-97F0-725B1420B862}" destId="{BB5E711B-A093-474A-B9FA-531C5229CB5B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76AEB3D2-E6D7-4D31-A47A-F2EC35C58530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07734994-BA5E-4C7B-806C-9973FCFF3C93}" type="presParOf" srcId="{BB5E711B-A093-474A-B9FA-531C5229CB5B}" destId="{69A69FD7-B410-4B4F-BAB2-4E3F57C2F02E}" srcOrd="0" destOrd="0" presId="urn:microsoft.com/office/officeart/2005/8/layout/vList6"/>
    <dgm:cxn modelId="{22DC30C7-94EF-4F71-A6D4-E063FCEE8015}" type="presParOf" srcId="{69A69FD7-B410-4B4F-BAB2-4E3F57C2F02E}" destId="{80F9D8E6-10B5-4790-939D-2B6D328F5A8D}" srcOrd="0" destOrd="0" presId="urn:microsoft.com/office/officeart/2005/8/layout/vList6"/>
    <dgm:cxn modelId="{2630DC8E-3380-4CAC-A7D1-D69EC26A20BF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클래스정보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5B8FF812-D8BC-43A6-9C77-3A369EB5443C}" type="presOf" srcId="{8E0A97FE-FAF2-40FD-97F0-725B1420B862}" destId="{BB5E711B-A093-474A-B9FA-531C5229CB5B}" srcOrd="0" destOrd="0" presId="urn:microsoft.com/office/officeart/2005/8/layout/vList6"/>
    <dgm:cxn modelId="{D4EE8B5F-95A4-4CE5-9468-848E926240AF}" type="presOf" srcId="{616B73E2-C1BC-4080-84A3-360FEE8C9AD3}" destId="{279BB6A3-5960-4F74-8FC9-6CC0563168E4}" srcOrd="0" destOrd="0" presId="urn:microsoft.com/office/officeart/2005/8/layout/vList6"/>
    <dgm:cxn modelId="{26BE9485-A940-4B64-BF59-381F049B43A6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8576B601-31DE-4B94-BAA5-0754F18129C7}" type="presParOf" srcId="{BB5E711B-A093-474A-B9FA-531C5229CB5B}" destId="{69A69FD7-B410-4B4F-BAB2-4E3F57C2F02E}" srcOrd="0" destOrd="0" presId="urn:microsoft.com/office/officeart/2005/8/layout/vList6"/>
    <dgm:cxn modelId="{58373D83-97FE-46EE-8DDF-1B0F5A5DE1D9}" type="presParOf" srcId="{69A69FD7-B410-4B4F-BAB2-4E3F57C2F02E}" destId="{80F9D8E6-10B5-4790-939D-2B6D328F5A8D}" srcOrd="0" destOrd="0" presId="urn:microsoft.com/office/officeart/2005/8/layout/vList6"/>
    <dgm:cxn modelId="{31126CB2-6413-4D10-A66D-2734085CCA90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클래스정보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2D19BC56-924D-4B02-928C-23C1418379D7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3E4DE9E1-5E9B-4152-AAF0-05A70777B296}" type="presOf" srcId="{616B73E2-C1BC-4080-84A3-360FEE8C9AD3}" destId="{279BB6A3-5960-4F74-8FC9-6CC0563168E4}" srcOrd="0" destOrd="0" presId="urn:microsoft.com/office/officeart/2005/8/layout/vList6"/>
    <dgm:cxn modelId="{B20336EF-2C60-4961-9E63-A535044B935E}" type="presOf" srcId="{8E0A97FE-FAF2-40FD-97F0-725B1420B862}" destId="{BB5E711B-A093-474A-B9FA-531C5229CB5B}" srcOrd="0" destOrd="0" presId="urn:microsoft.com/office/officeart/2005/8/layout/vList6"/>
    <dgm:cxn modelId="{0A550445-D139-4973-B276-0ACE60F24461}" type="presParOf" srcId="{BB5E711B-A093-474A-B9FA-531C5229CB5B}" destId="{69A69FD7-B410-4B4F-BAB2-4E3F57C2F02E}" srcOrd="0" destOrd="0" presId="urn:microsoft.com/office/officeart/2005/8/layout/vList6"/>
    <dgm:cxn modelId="{5A038D63-AAA0-4D68-8D04-EEC0A124C2AC}" type="presParOf" srcId="{69A69FD7-B410-4B4F-BAB2-4E3F57C2F02E}" destId="{80F9D8E6-10B5-4790-939D-2B6D328F5A8D}" srcOrd="0" destOrd="0" presId="urn:microsoft.com/office/officeart/2005/8/layout/vList6"/>
    <dgm:cxn modelId="{DFB3953D-DF4B-4CB6-B3DC-6D5B3275C20D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클래스정보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F3544E01-4A92-4EE8-AE6B-3DA04F3B77E8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24C20CA6-FFCA-4944-8EA9-81A1F5B161B2}" type="presOf" srcId="{616B73E2-C1BC-4080-84A3-360FEE8C9AD3}" destId="{279BB6A3-5960-4F74-8FC9-6CC0563168E4}" srcOrd="0" destOrd="0" presId="urn:microsoft.com/office/officeart/2005/8/layout/vList6"/>
    <dgm:cxn modelId="{EA00ECCD-8B5C-471E-BCD0-AEECD3D69BA0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D350B92E-B48F-4881-A4C6-0467C3EA41AA}" type="presParOf" srcId="{BB5E711B-A093-474A-B9FA-531C5229CB5B}" destId="{69A69FD7-B410-4B4F-BAB2-4E3F57C2F02E}" srcOrd="0" destOrd="0" presId="urn:microsoft.com/office/officeart/2005/8/layout/vList6"/>
    <dgm:cxn modelId="{27C3C1CF-DB18-4584-981A-164D5CCF0303}" type="presParOf" srcId="{69A69FD7-B410-4B4F-BAB2-4E3F57C2F02E}" destId="{80F9D8E6-10B5-4790-939D-2B6D328F5A8D}" srcOrd="0" destOrd="0" presId="urn:microsoft.com/office/officeart/2005/8/layout/vList6"/>
    <dgm:cxn modelId="{FE7D965E-F065-4FBA-BA86-DDD260271780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클래스정보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B93B9A14-3D04-452A-9C72-36D3287B6174}" type="presOf" srcId="{8E0A97FE-FAF2-40FD-97F0-725B1420B862}" destId="{BB5E711B-A093-474A-B9FA-531C5229CB5B}" srcOrd="0" destOrd="0" presId="urn:microsoft.com/office/officeart/2005/8/layout/vList6"/>
    <dgm:cxn modelId="{64028B8B-48CF-4D34-B001-93951817EF16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AB9EB08F-1953-4B06-BB48-4ED555F7EE0A}" type="presOf" srcId="{616B73E2-C1BC-4080-84A3-360FEE8C9AD3}" destId="{279BB6A3-5960-4F74-8FC9-6CC0563168E4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C56533CC-AC5D-456F-81EE-13E69743DAB0}" type="presParOf" srcId="{BB5E711B-A093-474A-B9FA-531C5229CB5B}" destId="{69A69FD7-B410-4B4F-BAB2-4E3F57C2F02E}" srcOrd="0" destOrd="0" presId="urn:microsoft.com/office/officeart/2005/8/layout/vList6"/>
    <dgm:cxn modelId="{1CDDCFCC-8FD3-46C4-8298-F61B5D5F8F1C}" type="presParOf" srcId="{69A69FD7-B410-4B4F-BAB2-4E3F57C2F02E}" destId="{80F9D8E6-10B5-4790-939D-2B6D328F5A8D}" srcOrd="0" destOrd="0" presId="urn:microsoft.com/office/officeart/2005/8/layout/vList6"/>
    <dgm:cxn modelId="{65790E6E-ABAD-445F-9E70-C9881F56CE64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클래스정보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D7E28609-A30D-4E65-8A88-81F64786DFDF}" type="presOf" srcId="{D596F3FD-E025-4568-9A71-77FC8BB228E9}" destId="{80F9D8E6-10B5-4790-939D-2B6D328F5A8D}" srcOrd="0" destOrd="0" presId="urn:microsoft.com/office/officeart/2005/8/layout/vList6"/>
    <dgm:cxn modelId="{E3347321-4A48-46F3-90FE-D7F97D5D026D}" type="presOf" srcId="{8E0A97FE-FAF2-40FD-97F0-725B1420B862}" destId="{BB5E711B-A093-474A-B9FA-531C5229CB5B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D8F4D5F6-928F-4274-8375-22C6186E6FA0}" type="presOf" srcId="{616B73E2-C1BC-4080-84A3-360FEE8C9AD3}" destId="{279BB6A3-5960-4F74-8FC9-6CC0563168E4}" srcOrd="0" destOrd="0" presId="urn:microsoft.com/office/officeart/2005/8/layout/vList6"/>
    <dgm:cxn modelId="{D8CBECE6-5877-4F32-A6C4-B7FD04A7F1E2}" type="presParOf" srcId="{BB5E711B-A093-474A-B9FA-531C5229CB5B}" destId="{69A69FD7-B410-4B4F-BAB2-4E3F57C2F02E}" srcOrd="0" destOrd="0" presId="urn:microsoft.com/office/officeart/2005/8/layout/vList6"/>
    <dgm:cxn modelId="{2EDB3A98-C5C8-4E3D-9814-F2DE7C3140F9}" type="presParOf" srcId="{69A69FD7-B410-4B4F-BAB2-4E3F57C2F02E}" destId="{80F9D8E6-10B5-4790-939D-2B6D328F5A8D}" srcOrd="0" destOrd="0" presId="urn:microsoft.com/office/officeart/2005/8/layout/vList6"/>
    <dgm:cxn modelId="{3E2B3FB2-2AAC-49BB-B40C-6B674DBC921E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클래스정보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EA19677A-7352-49B1-BFEC-DC16134367DE}" type="presOf" srcId="{8E0A97FE-FAF2-40FD-97F0-725B1420B862}" destId="{BB5E711B-A093-474A-B9FA-531C5229CB5B}" srcOrd="0" destOrd="0" presId="urn:microsoft.com/office/officeart/2005/8/layout/vList6"/>
    <dgm:cxn modelId="{35F98C7D-750F-4BA4-AF50-B106379FE2D6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FA2BC1F3-7E42-47E5-8CE6-E168D8FE7CBC}" type="presOf" srcId="{616B73E2-C1BC-4080-84A3-360FEE8C9AD3}" destId="{279BB6A3-5960-4F74-8FC9-6CC0563168E4}" srcOrd="0" destOrd="0" presId="urn:microsoft.com/office/officeart/2005/8/layout/vList6"/>
    <dgm:cxn modelId="{DBA60D0F-34FE-4074-8362-EB1676977538}" type="presParOf" srcId="{BB5E711B-A093-474A-B9FA-531C5229CB5B}" destId="{69A69FD7-B410-4B4F-BAB2-4E3F57C2F02E}" srcOrd="0" destOrd="0" presId="urn:microsoft.com/office/officeart/2005/8/layout/vList6"/>
    <dgm:cxn modelId="{69410141-8DE0-488F-BB0D-07E6B9DA3BD4}" type="presParOf" srcId="{69A69FD7-B410-4B4F-BAB2-4E3F57C2F02E}" destId="{80F9D8E6-10B5-4790-939D-2B6D328F5A8D}" srcOrd="0" destOrd="0" presId="urn:microsoft.com/office/officeart/2005/8/layout/vList6"/>
    <dgm:cxn modelId="{ECF06196-D70C-4785-8A33-F8676513C7E3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/>
      <dgm:spPr/>
      <dgm:t>
        <a:bodyPr/>
        <a:lstStyle/>
        <a:p>
          <a:pPr latinLnBrk="1"/>
          <a:r>
            <a:rPr lang="ko-KR" altLang="en-US" dirty="0"/>
            <a:t>데이터베이스 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8FF4F37C-7006-4718-8BC4-63AF7AAD6D23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05B031BF-CEE9-4880-9447-459623863DEF}" type="presOf" srcId="{D596F3FD-E025-4568-9A71-77FC8BB228E9}" destId="{80F9D8E6-10B5-4790-939D-2B6D328F5A8D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1C1A40E8-9672-4A76-9588-CF0CE981C4C2}" type="presOf" srcId="{8E0A97FE-FAF2-40FD-97F0-725B1420B862}" destId="{BB5E711B-A093-474A-B9FA-531C5229CB5B}" srcOrd="0" destOrd="0" presId="urn:microsoft.com/office/officeart/2005/8/layout/vList6"/>
    <dgm:cxn modelId="{8D74873D-9F2F-4E2E-839D-A93A1303543A}" type="presParOf" srcId="{BB5E711B-A093-474A-B9FA-531C5229CB5B}" destId="{69A69FD7-B410-4B4F-BAB2-4E3F57C2F02E}" srcOrd="0" destOrd="0" presId="urn:microsoft.com/office/officeart/2005/8/layout/vList6"/>
    <dgm:cxn modelId="{F48F8416-76C7-44D4-9F61-A28048C79C14}" type="presParOf" srcId="{69A69FD7-B410-4B4F-BAB2-4E3F57C2F02E}" destId="{80F9D8E6-10B5-4790-939D-2B6D328F5A8D}" srcOrd="0" destOrd="0" presId="urn:microsoft.com/office/officeart/2005/8/layout/vList6"/>
    <dgm:cxn modelId="{98400ED7-F0B1-4D5E-9553-CB096D45BC54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 custT="1"/>
      <dgm:spPr/>
      <dgm:t>
        <a:bodyPr/>
        <a:lstStyle/>
        <a:p>
          <a:pPr latinLnBrk="1"/>
          <a:r>
            <a:rPr lang="ko-KR" altLang="en-US" sz="1900" dirty="0"/>
            <a:t>테이블정보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E5D52644-F0AC-4E3F-9BD5-3AC4FCC3C2BC}" type="presOf" srcId="{D596F3FD-E025-4568-9A71-77FC8BB228E9}" destId="{80F9D8E6-10B5-4790-939D-2B6D328F5A8D}" srcOrd="0" destOrd="0" presId="urn:microsoft.com/office/officeart/2005/8/layout/vList6"/>
    <dgm:cxn modelId="{B17C7F8A-8B76-4496-9025-A000EA2CE37F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D872DC8-6B43-497F-982C-47E6B2E8C0C8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ADF98B61-6CEF-4D8A-A56A-39C2D4EB6A85}" type="presParOf" srcId="{BB5E711B-A093-474A-B9FA-531C5229CB5B}" destId="{69A69FD7-B410-4B4F-BAB2-4E3F57C2F02E}" srcOrd="0" destOrd="0" presId="urn:microsoft.com/office/officeart/2005/8/layout/vList6"/>
    <dgm:cxn modelId="{461665F7-3980-4D17-88DB-329E0EA18F44}" type="presParOf" srcId="{69A69FD7-B410-4B4F-BAB2-4E3F57C2F02E}" destId="{80F9D8E6-10B5-4790-939D-2B6D328F5A8D}" srcOrd="0" destOrd="0" presId="urn:microsoft.com/office/officeart/2005/8/layout/vList6"/>
    <dgm:cxn modelId="{62DA28FC-C1D6-4E7C-AA7E-8B46854966EF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 custT="1"/>
      <dgm:spPr/>
      <dgm:t>
        <a:bodyPr/>
        <a:lstStyle/>
        <a:p>
          <a:pPr latinLnBrk="1"/>
          <a:r>
            <a:rPr lang="ko-KR" altLang="en-US" sz="1900" dirty="0"/>
            <a:t>테이블정보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AFE1D552-FD50-4D71-8388-C2C3C0FBEF4B}" type="presOf" srcId="{D596F3FD-E025-4568-9A71-77FC8BB228E9}" destId="{80F9D8E6-10B5-4790-939D-2B6D328F5A8D}" srcOrd="0" destOrd="0" presId="urn:microsoft.com/office/officeart/2005/8/layout/vList6"/>
    <dgm:cxn modelId="{397AD175-95F5-4730-BA06-9BEF19ED52AF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81CBD2C3-A391-47CC-A147-443852413674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57C8D255-9848-4702-B2F4-045972D7D9D3}" type="presParOf" srcId="{BB5E711B-A093-474A-B9FA-531C5229CB5B}" destId="{69A69FD7-B410-4B4F-BAB2-4E3F57C2F02E}" srcOrd="0" destOrd="0" presId="urn:microsoft.com/office/officeart/2005/8/layout/vList6"/>
    <dgm:cxn modelId="{8D1A5C49-3481-4A46-B784-DA7C2C252B15}" type="presParOf" srcId="{69A69FD7-B410-4B4F-BAB2-4E3F57C2F02E}" destId="{80F9D8E6-10B5-4790-939D-2B6D328F5A8D}" srcOrd="0" destOrd="0" presId="urn:microsoft.com/office/officeart/2005/8/layout/vList6"/>
    <dgm:cxn modelId="{9F3E64F5-908A-4487-99D1-874E8A33B30E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 custT="1"/>
      <dgm:spPr/>
      <dgm:t>
        <a:bodyPr/>
        <a:lstStyle/>
        <a:p>
          <a:pPr latinLnBrk="1"/>
          <a:r>
            <a:rPr lang="ko-KR" altLang="en-US" sz="1900" dirty="0"/>
            <a:t>테이블정보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11BF7F9E-1EE2-471C-BC15-AD130207BEE2}" type="presOf" srcId="{D596F3FD-E025-4568-9A71-77FC8BB228E9}" destId="{80F9D8E6-10B5-4790-939D-2B6D328F5A8D}" srcOrd="0" destOrd="0" presId="urn:microsoft.com/office/officeart/2005/8/layout/vList6"/>
    <dgm:cxn modelId="{0658BDA5-7F37-4C68-8FD4-376545F7867B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283C01ED-0522-41AB-808D-EC9FF1820295}" type="presOf" srcId="{616B73E2-C1BC-4080-84A3-360FEE8C9AD3}" destId="{279BB6A3-5960-4F74-8FC9-6CC0563168E4}" srcOrd="0" destOrd="0" presId="urn:microsoft.com/office/officeart/2005/8/layout/vList6"/>
    <dgm:cxn modelId="{F15C9712-3519-441F-8F5C-DBE3D1FB915D}" type="presParOf" srcId="{BB5E711B-A093-474A-B9FA-531C5229CB5B}" destId="{69A69FD7-B410-4B4F-BAB2-4E3F57C2F02E}" srcOrd="0" destOrd="0" presId="urn:microsoft.com/office/officeart/2005/8/layout/vList6"/>
    <dgm:cxn modelId="{F30F0DC8-4FBE-42EA-B60A-8FD673993C84}" type="presParOf" srcId="{69A69FD7-B410-4B4F-BAB2-4E3F57C2F02E}" destId="{80F9D8E6-10B5-4790-939D-2B6D328F5A8D}" srcOrd="0" destOrd="0" presId="urn:microsoft.com/office/officeart/2005/8/layout/vList6"/>
    <dgm:cxn modelId="{0194620A-3651-45E2-B997-B1B92A62933F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 custT="1"/>
      <dgm:spPr/>
      <dgm:t>
        <a:bodyPr/>
        <a:lstStyle/>
        <a:p>
          <a:pPr latinLnBrk="1"/>
          <a:r>
            <a:rPr lang="ko-KR" altLang="en-US" sz="1900" dirty="0"/>
            <a:t>테이블정보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8F980F43-D920-45B9-9B58-B9963E82F209}" type="presOf" srcId="{8E0A97FE-FAF2-40FD-97F0-725B1420B862}" destId="{BB5E711B-A093-474A-B9FA-531C5229CB5B}" srcOrd="0" destOrd="0" presId="urn:microsoft.com/office/officeart/2005/8/layout/vList6"/>
    <dgm:cxn modelId="{4BF6DC76-5DC0-4B40-BA0C-DD4883625C56}" type="presOf" srcId="{616B73E2-C1BC-4080-84A3-360FEE8C9AD3}" destId="{279BB6A3-5960-4F74-8FC9-6CC0563168E4}" srcOrd="0" destOrd="0" presId="urn:microsoft.com/office/officeart/2005/8/layout/vList6"/>
    <dgm:cxn modelId="{26058C78-013A-4F87-BFBC-B9D229F16112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CDA41D08-7677-46BA-AC2B-AF6EF0DC1B0D}" type="presParOf" srcId="{BB5E711B-A093-474A-B9FA-531C5229CB5B}" destId="{69A69FD7-B410-4B4F-BAB2-4E3F57C2F02E}" srcOrd="0" destOrd="0" presId="urn:microsoft.com/office/officeart/2005/8/layout/vList6"/>
    <dgm:cxn modelId="{EF4F64B1-E3BD-4B26-8C67-3BB307465DDE}" type="presParOf" srcId="{69A69FD7-B410-4B4F-BAB2-4E3F57C2F02E}" destId="{80F9D8E6-10B5-4790-939D-2B6D328F5A8D}" srcOrd="0" destOrd="0" presId="urn:microsoft.com/office/officeart/2005/8/layout/vList6"/>
    <dgm:cxn modelId="{D9D1C200-3BB2-4FA0-B82C-463FC532A3E2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 custT="1"/>
      <dgm:spPr/>
      <dgm:t>
        <a:bodyPr/>
        <a:lstStyle/>
        <a:p>
          <a:pPr latinLnBrk="1"/>
          <a:r>
            <a:rPr lang="ko-KR" altLang="en-US" sz="1900" dirty="0"/>
            <a:t>테이블정보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A1D7D340-C02B-442E-AAA0-626ED48B1863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F495895-35C8-41CB-8CC8-02C48FF7B8FA}" type="presOf" srcId="{616B73E2-C1BC-4080-84A3-360FEE8C9AD3}" destId="{279BB6A3-5960-4F74-8FC9-6CC0563168E4}" srcOrd="0" destOrd="0" presId="urn:microsoft.com/office/officeart/2005/8/layout/vList6"/>
    <dgm:cxn modelId="{A9ED78A3-B537-43A6-A1B4-A69F0F945D19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60355061-21C6-46E0-8BC1-73FDAADEA869}" type="presParOf" srcId="{BB5E711B-A093-474A-B9FA-531C5229CB5B}" destId="{69A69FD7-B410-4B4F-BAB2-4E3F57C2F02E}" srcOrd="0" destOrd="0" presId="urn:microsoft.com/office/officeart/2005/8/layout/vList6"/>
    <dgm:cxn modelId="{8C6DC0FE-F928-4440-99BC-D0A9F275BB3D}" type="presParOf" srcId="{69A69FD7-B410-4B4F-BAB2-4E3F57C2F02E}" destId="{80F9D8E6-10B5-4790-939D-2B6D328F5A8D}" srcOrd="0" destOrd="0" presId="urn:microsoft.com/office/officeart/2005/8/layout/vList6"/>
    <dgm:cxn modelId="{86E4F721-F8E6-4C59-9BCF-70D95BFF9507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 custT="1"/>
      <dgm:spPr/>
      <dgm:t>
        <a:bodyPr/>
        <a:lstStyle/>
        <a:p>
          <a:pPr latinLnBrk="1"/>
          <a:r>
            <a:rPr lang="ko-KR" altLang="en-US" sz="1900" dirty="0"/>
            <a:t>테이블정보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6700843D-5825-437E-8A7C-21D888393B0F}" type="presOf" srcId="{616B73E2-C1BC-4080-84A3-360FEE8C9AD3}" destId="{279BB6A3-5960-4F74-8FC9-6CC0563168E4}" srcOrd="0" destOrd="0" presId="urn:microsoft.com/office/officeart/2005/8/layout/vList6"/>
    <dgm:cxn modelId="{337DA05E-23FC-4E77-9CD4-4DC01F0DD87F}" type="presOf" srcId="{8E0A97FE-FAF2-40FD-97F0-725B1420B862}" destId="{BB5E711B-A093-474A-B9FA-531C5229CB5B}" srcOrd="0" destOrd="0" presId="urn:microsoft.com/office/officeart/2005/8/layout/vList6"/>
    <dgm:cxn modelId="{252EEE87-368C-49A0-ADB1-E04D3D9BAE43}" type="presOf" srcId="{D596F3FD-E025-4568-9A71-77FC8BB228E9}" destId="{80F9D8E6-10B5-4790-939D-2B6D328F5A8D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39068D70-28C3-4A94-A529-68C71B613BC2}" type="presParOf" srcId="{BB5E711B-A093-474A-B9FA-531C5229CB5B}" destId="{69A69FD7-B410-4B4F-BAB2-4E3F57C2F02E}" srcOrd="0" destOrd="0" presId="urn:microsoft.com/office/officeart/2005/8/layout/vList6"/>
    <dgm:cxn modelId="{981366A4-2434-408F-BDE4-1D4F8BD15A69}" type="presParOf" srcId="{69A69FD7-B410-4B4F-BAB2-4E3F57C2F02E}" destId="{80F9D8E6-10B5-4790-939D-2B6D328F5A8D}" srcOrd="0" destOrd="0" presId="urn:microsoft.com/office/officeart/2005/8/layout/vList6"/>
    <dgm:cxn modelId="{4610974A-F5DB-4033-8856-A2D1F56FDC8D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 custT="1"/>
      <dgm:spPr/>
      <dgm:t>
        <a:bodyPr/>
        <a:lstStyle/>
        <a:p>
          <a:pPr latinLnBrk="1"/>
          <a:r>
            <a:rPr lang="ko-KR" altLang="en-US" sz="1900" dirty="0"/>
            <a:t>테이블정보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4512BD6B-BCAD-4D79-AB1F-ACB4C16F4943}" type="presOf" srcId="{8E0A97FE-FAF2-40FD-97F0-725B1420B862}" destId="{BB5E711B-A093-474A-B9FA-531C5229CB5B}" srcOrd="0" destOrd="0" presId="urn:microsoft.com/office/officeart/2005/8/layout/vList6"/>
    <dgm:cxn modelId="{FF3DEB84-950A-49F4-84DE-CB2F17F37FF1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B2CB37DD-54D3-4098-81C9-8A6484C34081}" type="presOf" srcId="{D596F3FD-E025-4568-9A71-77FC8BB228E9}" destId="{80F9D8E6-10B5-4790-939D-2B6D328F5A8D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CCC50171-E05D-4003-A4A6-2E09FB991B46}" type="presParOf" srcId="{BB5E711B-A093-474A-B9FA-531C5229CB5B}" destId="{69A69FD7-B410-4B4F-BAB2-4E3F57C2F02E}" srcOrd="0" destOrd="0" presId="urn:microsoft.com/office/officeart/2005/8/layout/vList6"/>
    <dgm:cxn modelId="{FC3E2E0F-D21E-4710-A3A3-522E03311F65}" type="presParOf" srcId="{69A69FD7-B410-4B4F-BAB2-4E3F57C2F02E}" destId="{80F9D8E6-10B5-4790-939D-2B6D328F5A8D}" srcOrd="0" destOrd="0" presId="urn:microsoft.com/office/officeart/2005/8/layout/vList6"/>
    <dgm:cxn modelId="{05176035-045D-45ED-B83F-BA8A132A7E3C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E0A97FE-FAF2-40FD-97F0-725B1420B86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96F3FD-E025-4568-9A71-77FC8BB228E9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2C798227-A641-43BC-89E7-9F1DDCD8B812}" type="par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D7ED7F62-D85F-42F7-A873-3E6AE7504399}" type="sibTrans" cxnId="{9EFCE18C-BA40-4D8F-86CF-4C3D9C537030}">
      <dgm:prSet/>
      <dgm:spPr/>
      <dgm:t>
        <a:bodyPr/>
        <a:lstStyle/>
        <a:p>
          <a:pPr latinLnBrk="1"/>
          <a:endParaRPr lang="ko-KR" altLang="en-US"/>
        </a:p>
      </dgm:t>
    </dgm:pt>
    <dgm:pt modelId="{616B73E2-C1BC-4080-84A3-360FEE8C9AD3}">
      <dgm:prSet phldrT="[텍스트]" custT="1"/>
      <dgm:spPr/>
      <dgm:t>
        <a:bodyPr/>
        <a:lstStyle/>
        <a:p>
          <a:pPr latinLnBrk="1"/>
          <a:r>
            <a:rPr lang="ko-KR" altLang="en-US" sz="1900" dirty="0"/>
            <a:t>테이블정보</a:t>
          </a:r>
        </a:p>
      </dgm:t>
    </dgm:pt>
    <dgm:pt modelId="{DC01A9E8-BD03-4CFB-82C2-6D4EDDDB1660}" type="par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72ECBD3E-E8A4-49A0-8304-C2B07E1FFB0F}" type="sibTrans" cxnId="{F3CA97DE-D1DA-4D86-834F-D323D88C405A}">
      <dgm:prSet/>
      <dgm:spPr/>
      <dgm:t>
        <a:bodyPr/>
        <a:lstStyle/>
        <a:p>
          <a:pPr latinLnBrk="1"/>
          <a:endParaRPr lang="ko-KR" altLang="en-US"/>
        </a:p>
      </dgm:t>
    </dgm:pt>
    <dgm:pt modelId="{BB5E711B-A093-474A-B9FA-531C5229CB5B}" type="pres">
      <dgm:prSet presAssocID="{8E0A97FE-FAF2-40FD-97F0-725B1420B862}" presName="Name0" presStyleCnt="0">
        <dgm:presLayoutVars>
          <dgm:dir/>
          <dgm:animLvl val="lvl"/>
          <dgm:resizeHandles/>
        </dgm:presLayoutVars>
      </dgm:prSet>
      <dgm:spPr/>
    </dgm:pt>
    <dgm:pt modelId="{69A69FD7-B410-4B4F-BAB2-4E3F57C2F02E}" type="pres">
      <dgm:prSet presAssocID="{D596F3FD-E025-4568-9A71-77FC8BB228E9}" presName="linNode" presStyleCnt="0"/>
      <dgm:spPr/>
    </dgm:pt>
    <dgm:pt modelId="{80F9D8E6-10B5-4790-939D-2B6D328F5A8D}" type="pres">
      <dgm:prSet presAssocID="{D596F3FD-E025-4568-9A71-77FC8BB228E9}" presName="parentShp" presStyleLbl="node1" presStyleIdx="0" presStyleCnt="1" custScaleX="47538" custScaleY="100000" custLinFactNeighborX="-17136" custLinFactNeighborY="-16936">
        <dgm:presLayoutVars>
          <dgm:bulletEnabled val="1"/>
        </dgm:presLayoutVars>
      </dgm:prSet>
      <dgm:spPr/>
    </dgm:pt>
    <dgm:pt modelId="{279BB6A3-5960-4F74-8FC9-6CC0563168E4}" type="pres">
      <dgm:prSet presAssocID="{D596F3FD-E025-4568-9A71-77FC8BB228E9}" presName="childShp" presStyleLbl="bgAccFollowNode1" presStyleIdx="0" presStyleCnt="1" custLinFactNeighborX="-24610" custLinFactNeighborY="1306">
        <dgm:presLayoutVars>
          <dgm:bulletEnabled val="1"/>
        </dgm:presLayoutVars>
      </dgm:prSet>
      <dgm:spPr/>
    </dgm:pt>
  </dgm:ptLst>
  <dgm:cxnLst>
    <dgm:cxn modelId="{5E2EC145-C1C7-4E03-8924-184485F5C96D}" type="presOf" srcId="{D596F3FD-E025-4568-9A71-77FC8BB228E9}" destId="{80F9D8E6-10B5-4790-939D-2B6D328F5A8D}" srcOrd="0" destOrd="0" presId="urn:microsoft.com/office/officeart/2005/8/layout/vList6"/>
    <dgm:cxn modelId="{66319160-5F10-4FD1-B831-C1488694ACAA}" type="presOf" srcId="{616B73E2-C1BC-4080-84A3-360FEE8C9AD3}" destId="{279BB6A3-5960-4F74-8FC9-6CC0563168E4}" srcOrd="0" destOrd="0" presId="urn:microsoft.com/office/officeart/2005/8/layout/vList6"/>
    <dgm:cxn modelId="{9EFCE18C-BA40-4D8F-86CF-4C3D9C537030}" srcId="{8E0A97FE-FAF2-40FD-97F0-725B1420B862}" destId="{D596F3FD-E025-4568-9A71-77FC8BB228E9}" srcOrd="0" destOrd="0" parTransId="{2C798227-A641-43BC-89E7-9F1DDCD8B812}" sibTransId="{D7ED7F62-D85F-42F7-A873-3E6AE7504399}"/>
    <dgm:cxn modelId="{CFEB5CC1-780D-48B8-8F1A-9F0AEA0D9DEE}" type="presOf" srcId="{8E0A97FE-FAF2-40FD-97F0-725B1420B862}" destId="{BB5E711B-A093-474A-B9FA-531C5229CB5B}" srcOrd="0" destOrd="0" presId="urn:microsoft.com/office/officeart/2005/8/layout/vList6"/>
    <dgm:cxn modelId="{F3CA97DE-D1DA-4D86-834F-D323D88C405A}" srcId="{D596F3FD-E025-4568-9A71-77FC8BB228E9}" destId="{616B73E2-C1BC-4080-84A3-360FEE8C9AD3}" srcOrd="0" destOrd="0" parTransId="{DC01A9E8-BD03-4CFB-82C2-6D4EDDDB1660}" sibTransId="{72ECBD3E-E8A4-49A0-8304-C2B07E1FFB0F}"/>
    <dgm:cxn modelId="{C7C71656-30B3-4E22-AB35-EDBDDD4E44E2}" type="presParOf" srcId="{BB5E711B-A093-474A-B9FA-531C5229CB5B}" destId="{69A69FD7-B410-4B4F-BAB2-4E3F57C2F02E}" srcOrd="0" destOrd="0" presId="urn:microsoft.com/office/officeart/2005/8/layout/vList6"/>
    <dgm:cxn modelId="{91BA9F4B-D8EB-4372-A74D-E811C33A9BED}" type="presParOf" srcId="{69A69FD7-B410-4B4F-BAB2-4E3F57C2F02E}" destId="{80F9D8E6-10B5-4790-939D-2B6D328F5A8D}" srcOrd="0" destOrd="0" presId="urn:microsoft.com/office/officeart/2005/8/layout/vList6"/>
    <dgm:cxn modelId="{2B977E0A-CEE5-4151-B345-C24996D8D6A1}" type="presParOf" srcId="{69A69FD7-B410-4B4F-BAB2-4E3F57C2F02E}" destId="{279BB6A3-5960-4F74-8FC9-6CC0563168E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프로젝트 소개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1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구현</a:t>
          </a:r>
          <a:r>
            <a:rPr lang="en-US" altLang="ko-KR" sz="2400" kern="1200" dirty="0"/>
            <a:t>Tools</a:t>
          </a:r>
          <a:endParaRPr lang="ko-KR" altLang="en-US" sz="2400" kern="1200" dirty="0"/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1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구현한 기능 목록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2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클래스정보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3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클래스정보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3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클래스정보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3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클래스정보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3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클래스정보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3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클래스정보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3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400" kern="1200" dirty="0"/>
            <a:t>클래스정보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3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데이터베이스 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4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테이블정보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5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테이블정보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5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테이블정보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5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테이블정보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5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테이블정보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5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테이블정보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5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테이블정보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5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BB6A3-5960-4F74-8FC9-6CC0563168E4}">
      <dsp:nvSpPr>
        <dsp:cNvPr id="0" name=""/>
        <dsp:cNvSpPr/>
      </dsp:nvSpPr>
      <dsp:spPr>
        <a:xfrm>
          <a:off x="856877" y="0"/>
          <a:ext cx="2614611" cy="71435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900" kern="1200" dirty="0"/>
            <a:t>테이블정보</a:t>
          </a:r>
        </a:p>
      </dsp:txBody>
      <dsp:txXfrm>
        <a:off x="856877" y="89295"/>
        <a:ext cx="2346728" cy="535767"/>
      </dsp:txXfrm>
    </dsp:sp>
    <dsp:sp modelId="{80F9D8E6-10B5-4790-939D-2B6D328F5A8D}">
      <dsp:nvSpPr>
        <dsp:cNvPr id="0" name=""/>
        <dsp:cNvSpPr/>
      </dsp:nvSpPr>
      <dsp:spPr>
        <a:xfrm>
          <a:off x="9186" y="0"/>
          <a:ext cx="828622" cy="7143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5</a:t>
          </a:r>
          <a:endParaRPr lang="ko-KR" altLang="en-US" sz="2600" kern="1200" dirty="0"/>
        </a:p>
      </dsp:txBody>
      <dsp:txXfrm>
        <a:off x="44058" y="34872"/>
        <a:ext cx="758878" cy="644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CF9A6-7FE1-4D3E-A5B2-7C5EE5E5F151}" type="datetimeFigureOut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8D8F3-C1DB-44C3-ADCC-35CC265A510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60B-FA56-4D3A-B53C-57589EC15D88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2F205-4E50-4515-871F-EA67C1C76BFB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EE6BC-399F-46B7-9262-40A570886971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96094-8DCB-488E-B4E3-309C6C3D3608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62425-3D0A-4C4C-A3A0-733F295827B4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FB3A-6FC4-4DBB-8751-38A011BE49B5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8981-B183-4054-85F0-EADC5D09F675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941E6-9CAD-4457-A791-3000B7FD46DA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612A-7964-4CB2-8D37-79BC76AAACC4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0EE31-48B0-48A8-8420-E95736234D92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2DC23-646D-4131-93A9-D1D6F7CE46BC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0DA42-BA77-4F3A-AEF3-095951EE8A70}" type="datetime1">
              <a:rPr lang="ko-KR" altLang="en-US" smtClean="0"/>
              <a:t>2023. 11. 10.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C933E-264A-4413-BE8E-C8720EAE4C8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7" Type="http://schemas.openxmlformats.org/officeDocument/2006/relationships/image" Target="../media/image4.png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7" Type="http://schemas.openxmlformats.org/officeDocument/2006/relationships/image" Target="../media/image5.png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6.xml"/><Relationship Id="rId5" Type="http://schemas.openxmlformats.org/officeDocument/2006/relationships/diagramQuickStyle" Target="../diagrams/quickStyle46.xml"/><Relationship Id="rId4" Type="http://schemas.openxmlformats.org/officeDocument/2006/relationships/diagramLayout" Target="../diagrams/layout4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url.kr/dk456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85794"/>
            <a:ext cx="7772400" cy="1470025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조 조별과제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85852" y="5534052"/>
            <a:ext cx="6400800" cy="1038220"/>
          </a:xfrm>
        </p:spPr>
        <p:txBody>
          <a:bodyPr/>
          <a:lstStyle/>
          <a:p>
            <a:r>
              <a:rPr lang="ko-KR" altLang="en-US" b="1" i="1" dirty="0" err="1">
                <a:solidFill>
                  <a:schemeClr val="tx1"/>
                </a:solidFill>
              </a:rPr>
              <a:t>김가율</a:t>
            </a:r>
            <a:r>
              <a:rPr lang="en-US" altLang="ko-KR" b="1" i="1" dirty="0">
                <a:solidFill>
                  <a:schemeClr val="tx1"/>
                </a:solidFill>
              </a:rPr>
              <a:t>,</a:t>
            </a:r>
            <a:r>
              <a:rPr lang="ko-KR" altLang="en-US" b="1" i="1" dirty="0">
                <a:solidFill>
                  <a:schemeClr val="tx1"/>
                </a:solidFill>
              </a:rPr>
              <a:t>이영주</a:t>
            </a:r>
            <a:r>
              <a:rPr lang="en-US" altLang="ko-KR" b="1" i="1" dirty="0">
                <a:solidFill>
                  <a:schemeClr val="tx1"/>
                </a:solidFill>
              </a:rPr>
              <a:t>,</a:t>
            </a:r>
            <a:r>
              <a:rPr lang="ko-KR" altLang="en-US" b="1" i="1" dirty="0">
                <a:solidFill>
                  <a:schemeClr val="tx1"/>
                </a:solidFill>
              </a:rPr>
              <a:t>이정훈</a:t>
            </a:r>
          </a:p>
        </p:txBody>
      </p:sp>
      <p:sp>
        <p:nvSpPr>
          <p:cNvPr id="7" name="부제목 2"/>
          <p:cNvSpPr txBox="1">
            <a:spLocks/>
          </p:cNvSpPr>
          <p:nvPr/>
        </p:nvSpPr>
        <p:spPr>
          <a:xfrm>
            <a:off x="1428728" y="2714620"/>
            <a:ext cx="6400800" cy="1038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4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도서관리 프로그램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0" y="0"/>
            <a:ext cx="4572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3600" i="1" dirty="0">
                <a:latin typeface="굴림체" pitchFamily="49" charset="-127"/>
                <a:ea typeface="굴림체" pitchFamily="49" charset="-127"/>
              </a:rPr>
              <a:t>1.</a:t>
            </a:r>
            <a:r>
              <a:rPr lang="ko-KR" altLang="en-US" sz="3600" i="1" dirty="0">
                <a:latin typeface="굴림체" pitchFamily="49" charset="-127"/>
                <a:ea typeface="굴림체" pitchFamily="49" charset="-127"/>
              </a:rPr>
              <a:t>프로젝트 소개</a:t>
            </a: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r>
              <a:rPr lang="en-US" altLang="ko-KR" sz="3600" i="1" dirty="0">
                <a:latin typeface="굴림체" pitchFamily="49" charset="-127"/>
                <a:ea typeface="굴림체" pitchFamily="49" charset="-127"/>
              </a:rPr>
              <a:t>2.</a:t>
            </a:r>
            <a:r>
              <a:rPr lang="ko-KR" altLang="en-US" sz="3600" i="1" dirty="0">
                <a:latin typeface="굴림체" pitchFamily="49" charset="-127"/>
                <a:ea typeface="굴림체" pitchFamily="49" charset="-127"/>
              </a:rPr>
              <a:t>구현한 기능 목록</a:t>
            </a: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r>
              <a:rPr lang="en-US" altLang="ko-KR" sz="3600" i="1" dirty="0">
                <a:latin typeface="굴림체" pitchFamily="49" charset="-127"/>
                <a:ea typeface="굴림체" pitchFamily="49" charset="-127"/>
              </a:rPr>
              <a:t>3.</a:t>
            </a:r>
            <a:r>
              <a:rPr lang="ko-KR" altLang="en-US" sz="3600" i="1" dirty="0">
                <a:latin typeface="굴림체" pitchFamily="49" charset="-127"/>
                <a:ea typeface="굴림체" pitchFamily="49" charset="-127"/>
              </a:rPr>
              <a:t>클래스 정보</a:t>
            </a: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r>
              <a:rPr lang="en-US" altLang="ko-KR" sz="3600" i="1" dirty="0">
                <a:latin typeface="굴림체" pitchFamily="49" charset="-127"/>
                <a:ea typeface="굴림체" pitchFamily="49" charset="-127"/>
              </a:rPr>
              <a:t>4.</a:t>
            </a:r>
            <a:r>
              <a:rPr lang="ko-KR" altLang="en-US" sz="3600" i="1" dirty="0">
                <a:latin typeface="굴림체" pitchFamily="49" charset="-127"/>
                <a:ea typeface="굴림체" pitchFamily="49" charset="-127"/>
              </a:rPr>
              <a:t>데이터베이스 정보</a:t>
            </a: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r>
              <a:rPr lang="en-US" altLang="ko-KR" sz="3600" i="1" dirty="0">
                <a:latin typeface="굴림체" pitchFamily="49" charset="-127"/>
                <a:ea typeface="굴림체" pitchFamily="49" charset="-127"/>
              </a:rPr>
              <a:t>5.</a:t>
            </a:r>
            <a:r>
              <a:rPr lang="ko-KR" altLang="en-US" sz="3600" i="1" dirty="0">
                <a:latin typeface="굴림체" pitchFamily="49" charset="-127"/>
                <a:ea typeface="굴림체" pitchFamily="49" charset="-127"/>
              </a:rPr>
              <a:t>테이블 정보</a:t>
            </a:r>
            <a:endParaRPr lang="en-US" altLang="ko-KR" sz="3600" i="1" dirty="0">
              <a:latin typeface="굴림체" pitchFamily="49" charset="-127"/>
              <a:ea typeface="굴림체" pitchFamily="49" charset="-127"/>
            </a:endParaRPr>
          </a:p>
          <a:p>
            <a:pPr>
              <a:buNone/>
            </a:pPr>
            <a:endParaRPr lang="ko-KR" altLang="en-US" sz="3600" i="1" dirty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643182"/>
            <a:ext cx="4572000" cy="1143000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Contents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0" y="1785926"/>
            <a:ext cx="9144000" cy="36433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214554"/>
            <a:ext cx="9144000" cy="2428892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본 프로그램을 통해서 회원</a:t>
            </a:r>
            <a:r>
              <a:rPr lang="en-US" altLang="ko-KR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,</a:t>
            </a:r>
            <a:r>
              <a:rPr lang="ko-KR" altLang="en-US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도서</a:t>
            </a:r>
            <a:r>
              <a:rPr lang="en-US" altLang="ko-KR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,</a:t>
            </a:r>
            <a:r>
              <a:rPr lang="ko-KR" altLang="en-US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리뷰 관리를 할 수 있는</a:t>
            </a:r>
            <a:br>
              <a:rPr lang="ko-KR" altLang="en-US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java</a:t>
            </a:r>
            <a:r>
              <a:rPr lang="ko-KR" altLang="en-US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와</a:t>
            </a:r>
            <a:r>
              <a:rPr lang="en-US" altLang="ko-KR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DB(</a:t>
            </a:r>
            <a:r>
              <a:rPr lang="en-US" altLang="ko-KR" dirty="0" err="1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orcle</a:t>
            </a:r>
            <a:r>
              <a:rPr lang="en-US" altLang="ko-KR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 11g)</a:t>
            </a:r>
            <a:r>
              <a:rPr lang="ko-KR" altLang="en-US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를 사용한 자동화 프로그램을 만들 수 있다</a:t>
            </a:r>
            <a:r>
              <a:rPr lang="en-US" altLang="ko-KR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.</a:t>
            </a:r>
            <a:endParaRPr lang="ko-KR" altLang="en-US" dirty="0">
              <a:solidFill>
                <a:schemeClr val="bg1"/>
              </a:solidFill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1562273" y="798335"/>
            <a:ext cx="5839327" cy="202040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714480" y="3786190"/>
            <a:ext cx="5839327" cy="202040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5403965" y="2605136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rgbClr val="146772"/>
              </a:solidFill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8F6F237-7A6C-E795-AD3F-AB33FDB05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6" y="816997"/>
            <a:ext cx="3046113" cy="1966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EE57F92C-FD52-99B6-8701-EE98D40AC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3174" y="3786190"/>
            <a:ext cx="3512401" cy="1951334"/>
          </a:xfrm>
          <a:prstGeom prst="rect">
            <a:avLst/>
          </a:prstGeom>
          <a:noFill/>
        </p:spPr>
      </p:pic>
      <p:graphicFrame>
        <p:nvGraphicFramePr>
          <p:cNvPr id="23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4" name="슬라이드 번호 개체 틀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357430"/>
            <a:ext cx="8229600" cy="376873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ko-KR" altLang="en-US" sz="4400" dirty="0"/>
              <a:t>각 </a:t>
            </a:r>
            <a:r>
              <a:rPr lang="ko-KR" altLang="en-US" sz="4400" dirty="0" err="1"/>
              <a:t>클래스별</a:t>
            </a:r>
            <a:r>
              <a:rPr lang="ko-KR" altLang="en-US" sz="4400" dirty="0"/>
              <a:t> 구현한 기능 설명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1.Class.forName()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드라이버 로드 </a:t>
            </a:r>
            <a:endParaRPr lang="en-US" altLang="ko-KR" sz="3000" dirty="0">
              <a:latin typeface="궁서" pitchFamily="18" charset="-127"/>
              <a:ea typeface="궁서" pitchFamily="18" charset="-127"/>
            </a:endParaRPr>
          </a:p>
          <a:p>
            <a:pPr algn="ctr">
              <a:buNone/>
            </a:pP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메서드를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실행 후</a:t>
            </a:r>
          </a:p>
          <a:p>
            <a:pPr algn="ctr">
              <a:buNone/>
            </a:pPr>
            <a:r>
              <a:rPr lang="en-US" altLang="ko-KR" sz="3000" dirty="0" err="1">
                <a:latin typeface="궁서" pitchFamily="18" charset="-127"/>
                <a:ea typeface="궁서" pitchFamily="18" charset="-127"/>
              </a:rPr>
              <a:t>DriverManager.getConnection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()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으로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 접속하는 기능 구현</a:t>
            </a:r>
            <a:endParaRPr lang="en-US" altLang="ko-KR" sz="3000" dirty="0">
              <a:latin typeface="궁서" pitchFamily="18" charset="-127"/>
              <a:ea typeface="궁서" pitchFamily="18" charset="-127"/>
            </a:endParaRPr>
          </a:p>
          <a:p>
            <a:pPr algn="ctr">
              <a:buNone/>
            </a:pP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접속하는 기능 구현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3000372"/>
            <a:ext cx="9144000" cy="38576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3714752"/>
            <a:ext cx="9144000" cy="3000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private static String </a:t>
            </a:r>
            <a:r>
              <a:rPr lang="en-US" altLang="ko-KR" sz="2000" dirty="0" err="1">
                <a:solidFill>
                  <a:schemeClr val="bg1"/>
                </a:solidFill>
              </a:rPr>
              <a:t>url</a:t>
            </a:r>
            <a:r>
              <a:rPr lang="en-US" altLang="ko-KR" sz="2000" dirty="0">
                <a:solidFill>
                  <a:schemeClr val="bg1"/>
                </a:solidFill>
              </a:rPr>
              <a:t> ="</a:t>
            </a:r>
            <a:r>
              <a:rPr lang="en-US" altLang="ko-KR" sz="2000" dirty="0" err="1">
                <a:solidFill>
                  <a:schemeClr val="bg1"/>
                </a:solidFill>
              </a:rPr>
              <a:t>jdbc:oracle:thin</a:t>
            </a:r>
            <a:r>
              <a:rPr lang="en-US" altLang="ko-KR" sz="2000" dirty="0">
                <a:solidFill>
                  <a:schemeClr val="bg1"/>
                </a:solidFill>
              </a:rPr>
              <a:t>:@ </a:t>
            </a:r>
            <a:r>
              <a:rPr lang="en-US" altLang="ko-KR" sz="2000" dirty="0" err="1">
                <a:solidFill>
                  <a:schemeClr val="bg1"/>
                </a:solidFill>
              </a:rPr>
              <a:t>localhost</a:t>
            </a:r>
            <a:r>
              <a:rPr lang="en-US" altLang="ko-KR" sz="2000" dirty="0">
                <a:solidFill>
                  <a:schemeClr val="bg1"/>
                </a:solidFill>
              </a:rPr>
              <a:t>:  1521 :  </a:t>
            </a:r>
            <a:r>
              <a:rPr lang="en-US" altLang="ko-KR" sz="2000" dirty="0" err="1">
                <a:solidFill>
                  <a:schemeClr val="bg1"/>
                </a:solidFill>
              </a:rPr>
              <a:t>orcl</a:t>
            </a:r>
            <a:r>
              <a:rPr lang="en-US" altLang="ko-KR" sz="2000" dirty="0">
                <a:solidFill>
                  <a:schemeClr val="bg1"/>
                </a:solidFill>
              </a:rPr>
              <a:t>";</a:t>
            </a:r>
          </a:p>
          <a:p>
            <a:pPr marL="342900" lvl="0" indent="-342900" algn="ctr">
              <a:spcBef>
                <a:spcPct val="20000"/>
              </a:spcBef>
            </a:pPr>
            <a:endParaRPr lang="en-US" altLang="ko-KR" sz="20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private static String username = "system";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private static String pass = "1111";</a:t>
            </a:r>
          </a:p>
          <a:p>
            <a:pPr marL="342900" lvl="0" indent="-342900">
              <a:spcBef>
                <a:spcPct val="20000"/>
              </a:spcBef>
            </a:pPr>
            <a:endParaRPr lang="en-US" altLang="ko-KR" sz="20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private static Connection </a:t>
            </a:r>
            <a:r>
              <a:rPr lang="en-US" altLang="ko-KR" sz="2000" dirty="0" err="1">
                <a:solidFill>
                  <a:schemeClr val="bg1"/>
                </a:solidFill>
              </a:rPr>
              <a:t>conn</a:t>
            </a:r>
            <a:r>
              <a:rPr lang="en-US" altLang="ko-KR" sz="2000" dirty="0">
                <a:solidFill>
                  <a:schemeClr val="bg1"/>
                </a:solidFill>
              </a:rPr>
              <a:t> = null;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429388" y="3782784"/>
            <a:ext cx="714380" cy="2857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190159" y="3776663"/>
            <a:ext cx="1118225" cy="29187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286644" y="3782784"/>
            <a:ext cx="714380" cy="2857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>
            <a:stCxn id="10" idx="2"/>
          </p:cNvCxnSpPr>
          <p:nvPr/>
        </p:nvCxnSpPr>
        <p:spPr>
          <a:xfrm rot="5400000">
            <a:off x="5410669" y="4301437"/>
            <a:ext cx="571504" cy="10570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rot="16200000" flipH="1">
            <a:off x="6519413" y="4335701"/>
            <a:ext cx="571504" cy="3717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16200000" flipH="1">
            <a:off x="7465239" y="4247131"/>
            <a:ext cx="571504" cy="21431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/>
          <p:cNvSpPr txBox="1">
            <a:spLocks/>
          </p:cNvSpPr>
          <p:nvPr/>
        </p:nvSpPr>
        <p:spPr>
          <a:xfrm>
            <a:off x="5000628" y="4640040"/>
            <a:ext cx="1214414" cy="57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주소</a:t>
            </a:r>
          </a:p>
        </p:txBody>
      </p:sp>
      <p:sp>
        <p:nvSpPr>
          <p:cNvPr id="24" name="내용 개체 틀 2"/>
          <p:cNvSpPr txBox="1">
            <a:spLocks/>
          </p:cNvSpPr>
          <p:nvPr/>
        </p:nvSpPr>
        <p:spPr>
          <a:xfrm>
            <a:off x="5929322" y="4711478"/>
            <a:ext cx="1691580" cy="54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포트번호</a:t>
            </a:r>
          </a:p>
        </p:txBody>
      </p:sp>
      <p:sp>
        <p:nvSpPr>
          <p:cNvPr id="27" name="내용 개체 틀 2"/>
          <p:cNvSpPr txBox="1">
            <a:spLocks/>
          </p:cNvSpPr>
          <p:nvPr/>
        </p:nvSpPr>
        <p:spPr>
          <a:xfrm>
            <a:off x="7429520" y="4640040"/>
            <a:ext cx="1214414" cy="6429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이름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1" animBg="1"/>
      <p:bldP spid="11" grpId="0" animBg="1"/>
      <p:bldP spid="23" grpId="0"/>
      <p:bldP spid="24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ko-KR" altLang="en-US" sz="3000">
                <a:latin typeface="궁서" pitchFamily="18" charset="-127"/>
                <a:ea typeface="궁서" pitchFamily="18" charset="-127"/>
              </a:rPr>
              <a:t>드라이버로드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3000372"/>
            <a:ext cx="9144000" cy="38576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3000372"/>
            <a:ext cx="9144000" cy="3714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private </a:t>
            </a:r>
            <a:r>
              <a:rPr lang="en-US" altLang="ko-KR" sz="2000" dirty="0" err="1">
                <a:solidFill>
                  <a:schemeClr val="bg1"/>
                </a:solidFill>
              </a:rPr>
              <a:t>AccessDAO</a:t>
            </a:r>
            <a:r>
              <a:rPr lang="en-US" altLang="ko-KR" sz="2000" dirty="0">
                <a:solidFill>
                  <a:schemeClr val="bg1"/>
                </a:solidFill>
              </a:rPr>
              <a:t>()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// </a:t>
            </a:r>
            <a:r>
              <a:rPr lang="ko-KR" altLang="en-US" sz="2000" dirty="0" err="1">
                <a:solidFill>
                  <a:schemeClr val="bg1"/>
                </a:solidFill>
              </a:rPr>
              <a:t>실행중에</a:t>
            </a:r>
            <a:r>
              <a:rPr lang="ko-KR" altLang="en-US" sz="2000" dirty="0">
                <a:solidFill>
                  <a:schemeClr val="bg1"/>
                </a:solidFill>
              </a:rPr>
              <a:t> 발생하는 예외를 처리하여 프로그램 오류가 나지 않게 한다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</a:t>
            </a:r>
            <a:r>
              <a:rPr lang="en-US" altLang="ko-KR" sz="2000" dirty="0" err="1">
                <a:solidFill>
                  <a:schemeClr val="bg1"/>
                </a:solidFill>
              </a:rPr>
              <a:t>Class.forName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en-US" altLang="ko-KR" sz="2000" dirty="0" err="1">
                <a:solidFill>
                  <a:schemeClr val="bg1"/>
                </a:solidFill>
              </a:rPr>
              <a:t>oracle.jdbc.driver.OracleDriver</a:t>
            </a:r>
            <a:r>
              <a:rPr lang="en-US" altLang="ko-KR" sz="2000" dirty="0">
                <a:solidFill>
                  <a:schemeClr val="bg1"/>
                </a:solidFill>
              </a:rPr>
              <a:t>");// -</a:t>
            </a:r>
            <a:r>
              <a:rPr lang="ko-KR" altLang="en-US" sz="2000" dirty="0">
                <a:solidFill>
                  <a:schemeClr val="bg1"/>
                </a:solidFill>
              </a:rPr>
              <a:t>가</a:t>
            </a:r>
            <a:r>
              <a:rPr lang="en-US" altLang="ko-KR" sz="2000" dirty="0">
                <a:solidFill>
                  <a:schemeClr val="bg1"/>
                </a:solidFill>
              </a:rPr>
              <a:t>//</a:t>
            </a:r>
            <a:endParaRPr lang="ko-KR" altLang="en-US" sz="20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ko-KR" altLang="en-US" sz="2000" dirty="0">
                <a:solidFill>
                  <a:schemeClr val="bg1"/>
                </a:solidFill>
              </a:rPr>
              <a:t>	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ko-KR" altLang="en-US" sz="2000" dirty="0">
                <a:solidFill>
                  <a:schemeClr val="bg1"/>
                </a:solidFill>
              </a:rPr>
              <a:t>드라이버 로드 성공</a:t>
            </a:r>
            <a:r>
              <a:rPr lang="en-US" altLang="ko-KR" sz="2000" dirty="0">
                <a:solidFill>
                  <a:schemeClr val="bg1"/>
                </a:solidFill>
              </a:rPr>
              <a:t>"); // </a:t>
            </a:r>
            <a:r>
              <a:rPr lang="ko-KR" altLang="en-US" sz="2000" dirty="0">
                <a:solidFill>
                  <a:schemeClr val="bg1"/>
                </a:solidFill>
              </a:rPr>
              <a:t>가 코드가 정상적이면 실행</a:t>
            </a:r>
          </a:p>
          <a:p>
            <a:pPr marL="342900" lvl="0" indent="-342900">
              <a:spcBef>
                <a:spcPct val="20000"/>
              </a:spcBef>
            </a:pPr>
            <a:r>
              <a:rPr lang="ko-KR" altLang="en-US" sz="2000" dirty="0">
                <a:solidFill>
                  <a:schemeClr val="bg1"/>
                </a:solidFill>
              </a:rPr>
              <a:t>		</a:t>
            </a:r>
            <a:r>
              <a:rPr lang="en-US" altLang="ko-KR" sz="2000" dirty="0">
                <a:solidFill>
                  <a:schemeClr val="bg1"/>
                </a:solidFill>
              </a:rPr>
              <a:t>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ko-KR" altLang="en-US" sz="2000" dirty="0">
                <a:solidFill>
                  <a:schemeClr val="bg1"/>
                </a:solidFill>
              </a:rPr>
              <a:t>드라이버 로드 실패</a:t>
            </a:r>
            <a:r>
              <a:rPr lang="en-US" altLang="ko-KR" sz="2000" dirty="0">
                <a:solidFill>
                  <a:schemeClr val="bg1"/>
                </a:solidFill>
              </a:rPr>
              <a:t>");// </a:t>
            </a:r>
            <a:r>
              <a:rPr lang="ko-KR" altLang="en-US" sz="2000" dirty="0">
                <a:solidFill>
                  <a:schemeClr val="bg1"/>
                </a:solidFill>
              </a:rPr>
              <a:t>가 코드에서 드라이버를 로드 못하면 실행</a:t>
            </a:r>
          </a:p>
          <a:p>
            <a:pPr marL="342900" lvl="0" indent="-342900">
              <a:spcBef>
                <a:spcPct val="20000"/>
              </a:spcBef>
            </a:pPr>
            <a:r>
              <a:rPr lang="ko-KR" altLang="en-US" sz="2000" dirty="0">
                <a:solidFill>
                  <a:schemeClr val="bg1"/>
                </a:solidFill>
              </a:rPr>
              <a:t>		</a:t>
            </a:r>
            <a:r>
              <a:rPr lang="en-US" altLang="ko-KR" sz="2000" dirty="0">
                <a:solidFill>
                  <a:schemeClr val="bg1"/>
                </a:solidFill>
              </a:rPr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}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컨넥션시도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리턴값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성공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/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실패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3000372"/>
            <a:ext cx="9144000" cy="38576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3000372"/>
            <a:ext cx="9144000" cy="3714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public static </a:t>
            </a:r>
            <a:r>
              <a:rPr lang="en-US" altLang="ko-KR" sz="2000" dirty="0" err="1">
                <a:solidFill>
                  <a:schemeClr val="bg1"/>
                </a:solidFill>
              </a:rPr>
              <a:t>boolean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</a:rPr>
              <a:t>getConnection</a:t>
            </a:r>
            <a:r>
              <a:rPr lang="en-US" altLang="ko-KR" sz="2000" dirty="0">
                <a:solidFill>
                  <a:schemeClr val="bg1"/>
                </a:solidFill>
              </a:rPr>
              <a:t>()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</a:t>
            </a:r>
            <a:r>
              <a:rPr lang="en-US" altLang="ko-KR" sz="2000" dirty="0" err="1">
                <a:solidFill>
                  <a:schemeClr val="bg1"/>
                </a:solidFill>
              </a:rPr>
              <a:t>conn</a:t>
            </a:r>
            <a:r>
              <a:rPr lang="en-US" altLang="ko-KR" sz="2000" dirty="0">
                <a:solidFill>
                  <a:schemeClr val="bg1"/>
                </a:solidFill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</a:rPr>
              <a:t>DriverManager.getConnection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url</a:t>
            </a:r>
            <a:r>
              <a:rPr lang="en-US" altLang="ko-KR" sz="2000" dirty="0">
                <a:solidFill>
                  <a:schemeClr val="bg1"/>
                </a:solidFill>
              </a:rPr>
              <a:t>, username, pass);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ko-KR" altLang="en-US" sz="2000" dirty="0" err="1">
                <a:solidFill>
                  <a:schemeClr val="bg1"/>
                </a:solidFill>
              </a:rPr>
              <a:t>컨넥션</a:t>
            </a:r>
            <a:r>
              <a:rPr lang="ko-KR" altLang="en-US" sz="2000" dirty="0">
                <a:solidFill>
                  <a:schemeClr val="bg1"/>
                </a:solidFill>
              </a:rPr>
              <a:t> 성공</a:t>
            </a:r>
            <a:r>
              <a:rPr lang="en-US" altLang="ko-KR" sz="20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return true;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ko-KR" altLang="en-US" sz="2000" dirty="0" err="1">
                <a:solidFill>
                  <a:schemeClr val="bg1"/>
                </a:solidFill>
              </a:rPr>
              <a:t>컨넥션</a:t>
            </a:r>
            <a:r>
              <a:rPr lang="ko-KR" altLang="en-US" sz="2000" dirty="0">
                <a:solidFill>
                  <a:schemeClr val="bg1"/>
                </a:solidFill>
              </a:rPr>
              <a:t> 실패</a:t>
            </a:r>
            <a:r>
              <a:rPr lang="en-US" altLang="ko-KR" sz="20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return false;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}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2.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자원 반납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메서드를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통해 리소스 누수를 막기 위한 기능 구현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3000372"/>
            <a:ext cx="9144000" cy="38576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3000372"/>
            <a:ext cx="9144000" cy="371477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private static </a:t>
            </a:r>
            <a:r>
              <a:rPr lang="en-US" altLang="ko-KR" sz="20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</a:rPr>
              <a:t>psmt</a:t>
            </a:r>
            <a:r>
              <a:rPr lang="en-US" altLang="ko-KR" sz="20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endParaRPr lang="en-US" altLang="ko-KR" sz="20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public static void </a:t>
            </a:r>
            <a:r>
              <a:rPr lang="en-US" altLang="ko-KR" sz="2000" dirty="0" err="1">
                <a:solidFill>
                  <a:schemeClr val="bg1"/>
                </a:solidFill>
              </a:rPr>
              <a:t>resourcesClose</a:t>
            </a:r>
            <a:r>
              <a:rPr lang="en-US" altLang="ko-KR" sz="2000" dirty="0">
                <a:solidFill>
                  <a:schemeClr val="bg1"/>
                </a:solidFill>
              </a:rPr>
              <a:t>()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if (</a:t>
            </a:r>
            <a:r>
              <a:rPr lang="en-US" altLang="ko-KR" sz="2000" dirty="0" err="1">
                <a:solidFill>
                  <a:schemeClr val="bg1"/>
                </a:solidFill>
              </a:rPr>
              <a:t>psmt</a:t>
            </a:r>
            <a:r>
              <a:rPr lang="en-US" altLang="ko-KR" sz="2000" dirty="0">
                <a:solidFill>
                  <a:schemeClr val="bg1"/>
                </a:solidFill>
              </a:rPr>
              <a:t> != null)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	</a:t>
            </a:r>
            <a:r>
              <a:rPr lang="en-US" altLang="ko-KR" sz="2000" dirty="0" err="1">
                <a:solidFill>
                  <a:schemeClr val="bg1"/>
                </a:solidFill>
              </a:rPr>
              <a:t>psmt.close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if (</a:t>
            </a:r>
            <a:r>
              <a:rPr lang="en-US" altLang="ko-KR" sz="2000" dirty="0" err="1">
                <a:solidFill>
                  <a:schemeClr val="bg1"/>
                </a:solidFill>
              </a:rPr>
              <a:t>conn</a:t>
            </a:r>
            <a:r>
              <a:rPr lang="en-US" altLang="ko-KR" sz="2000" dirty="0">
                <a:solidFill>
                  <a:schemeClr val="bg1"/>
                </a:solidFill>
              </a:rPr>
              <a:t> != null)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	</a:t>
            </a:r>
            <a:r>
              <a:rPr lang="en-US" altLang="ko-KR" sz="2000" dirty="0" err="1">
                <a:solidFill>
                  <a:schemeClr val="bg1"/>
                </a:solidFill>
              </a:rPr>
              <a:t>conn.close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ko-KR" altLang="en-US" sz="2000" dirty="0">
                <a:solidFill>
                  <a:schemeClr val="bg1"/>
                </a:solidFill>
              </a:rPr>
              <a:t>자원 반납에서 예외발생</a:t>
            </a:r>
            <a:r>
              <a:rPr lang="en-US" altLang="ko-KR" sz="20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</a:t>
            </a:r>
            <a:r>
              <a:rPr lang="en-US" altLang="ko-KR" sz="20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3.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캡슐화를 통해서 클래스 안에 서로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연관있는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속성과 기능들을 하나의 캡슐로 만들어 데이터를 외부로부터 보호하는 기능구현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3000372"/>
            <a:ext cx="9144000" cy="38576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3000372"/>
            <a:ext cx="9144000" cy="3714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800" dirty="0">
                <a:solidFill>
                  <a:schemeClr val="bg1"/>
                </a:solidFill>
              </a:rPr>
              <a:t>public static Connection </a:t>
            </a:r>
            <a:r>
              <a:rPr lang="en-US" altLang="ko-KR" sz="2800" dirty="0" err="1">
                <a:solidFill>
                  <a:schemeClr val="bg1"/>
                </a:solidFill>
              </a:rPr>
              <a:t>getConn</a:t>
            </a:r>
            <a:r>
              <a:rPr lang="en-US" altLang="ko-KR" sz="2800" dirty="0">
                <a:solidFill>
                  <a:schemeClr val="bg1"/>
                </a:solidFill>
              </a:rPr>
              <a:t>()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800" dirty="0">
                <a:solidFill>
                  <a:schemeClr val="bg1"/>
                </a:solidFill>
              </a:rPr>
              <a:t>		return </a:t>
            </a:r>
            <a:r>
              <a:rPr lang="en-US" altLang="ko-KR" sz="2800" dirty="0" err="1">
                <a:solidFill>
                  <a:schemeClr val="bg1"/>
                </a:solidFill>
              </a:rPr>
              <a:t>conn</a:t>
            </a:r>
            <a:r>
              <a:rPr lang="en-US" altLang="ko-KR" sz="2800" dirty="0">
                <a:solidFill>
                  <a:schemeClr val="bg1"/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800" dirty="0">
                <a:solidFill>
                  <a:schemeClr val="bg1"/>
                </a:solidFill>
              </a:rPr>
              <a:t>	}</a:t>
            </a:r>
          </a:p>
          <a:p>
            <a:pPr marL="342900" lvl="0" indent="-342900">
              <a:spcBef>
                <a:spcPct val="20000"/>
              </a:spcBef>
            </a:pPr>
            <a:endParaRPr lang="en-US" altLang="ko-KR" sz="28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8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altLang="ko-KR" sz="2400" dirty="0">
                <a:latin typeface="궁서" pitchFamily="18" charset="-127"/>
                <a:ea typeface="궁서" pitchFamily="18" charset="-127"/>
              </a:rPr>
              <a:t>4.</a:t>
            </a:r>
          </a:p>
          <a:p>
            <a:pPr algn="ctr">
              <a:buNone/>
            </a:pPr>
            <a:r>
              <a:rPr lang="ko-KR" altLang="en-US" sz="2400" dirty="0">
                <a:latin typeface="궁서" pitchFamily="18" charset="-127"/>
                <a:ea typeface="궁서" pitchFamily="18" charset="-127"/>
              </a:rPr>
              <a:t>프로그램 내에서 하나로 공유를 </a:t>
            </a:r>
            <a:r>
              <a:rPr lang="ko-KR" altLang="en-US" sz="2400" dirty="0" err="1">
                <a:latin typeface="궁서" pitchFamily="18" charset="-127"/>
                <a:ea typeface="궁서" pitchFamily="18" charset="-127"/>
              </a:rPr>
              <a:t>해야하는</a:t>
            </a:r>
            <a:r>
              <a:rPr lang="ko-KR" altLang="en-US" sz="2400" dirty="0">
                <a:latin typeface="궁서" pitchFamily="18" charset="-127"/>
                <a:ea typeface="궁서" pitchFamily="18" charset="-127"/>
              </a:rPr>
              <a:t> 객체가 존재할 때 해당 객체를 </a:t>
            </a:r>
            <a:r>
              <a:rPr lang="ko-KR" altLang="en-US" sz="2400" dirty="0" err="1">
                <a:latin typeface="궁서" pitchFamily="18" charset="-127"/>
                <a:ea typeface="궁서" pitchFamily="18" charset="-127"/>
              </a:rPr>
              <a:t>싱글톤으로</a:t>
            </a:r>
            <a:r>
              <a:rPr lang="ko-KR" altLang="en-US" sz="2400" dirty="0">
                <a:latin typeface="궁서" pitchFamily="18" charset="-127"/>
                <a:ea typeface="궁서" pitchFamily="18" charset="-127"/>
              </a:rPr>
              <a:t> </a:t>
            </a:r>
          </a:p>
          <a:p>
            <a:pPr algn="ctr">
              <a:buNone/>
            </a:pPr>
            <a:r>
              <a:rPr lang="ko-KR" altLang="en-US" sz="2400" dirty="0">
                <a:latin typeface="궁서" pitchFamily="18" charset="-127"/>
                <a:ea typeface="궁서" pitchFamily="18" charset="-127"/>
              </a:rPr>
              <a:t>구현하여 모든 유저 또는 프로그램들이 해당 객체를 공유하며 사용하도록 할 때 사용하는 기능 구현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3000372"/>
            <a:ext cx="9144000" cy="38576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3000372"/>
            <a:ext cx="9144000" cy="3714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private static </a:t>
            </a:r>
            <a:r>
              <a:rPr lang="en-US" altLang="ko-KR" sz="2000" dirty="0" err="1">
                <a:solidFill>
                  <a:schemeClr val="bg1"/>
                </a:solidFill>
              </a:rPr>
              <a:t>AccessDAO</a:t>
            </a:r>
            <a:r>
              <a:rPr lang="en-US" altLang="ko-KR" sz="2000" dirty="0">
                <a:solidFill>
                  <a:schemeClr val="bg1"/>
                </a:solidFill>
              </a:rPr>
              <a:t> self = null;</a:t>
            </a:r>
          </a:p>
          <a:p>
            <a:pPr marL="342900" lvl="0" indent="-342900">
              <a:spcBef>
                <a:spcPct val="20000"/>
              </a:spcBef>
            </a:pPr>
            <a:endParaRPr lang="en-US" altLang="ko-KR" sz="20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public static </a:t>
            </a:r>
            <a:r>
              <a:rPr lang="en-US" altLang="ko-KR" sz="2000" dirty="0" err="1">
                <a:solidFill>
                  <a:schemeClr val="bg1"/>
                </a:solidFill>
              </a:rPr>
              <a:t>AccessDAO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</a:rPr>
              <a:t>getInstance</a:t>
            </a:r>
            <a:r>
              <a:rPr lang="en-US" altLang="ko-KR" sz="2000" dirty="0">
                <a:solidFill>
                  <a:schemeClr val="bg1"/>
                </a:solidFill>
              </a:rPr>
              <a:t>()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if (self == null)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	self = new </a:t>
            </a:r>
            <a:r>
              <a:rPr lang="en-US" altLang="ko-KR" sz="2000" dirty="0" err="1">
                <a:solidFill>
                  <a:schemeClr val="bg1"/>
                </a:solidFill>
              </a:rPr>
              <a:t>AccessDAO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	return self;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	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5. </a:t>
            </a:r>
            <a:r>
              <a:rPr lang="en-US" altLang="ko-KR" sz="3000" dirty="0" err="1">
                <a:latin typeface="궁서" pitchFamily="18" charset="-127"/>
                <a:ea typeface="궁서" pitchFamily="18" charset="-127"/>
              </a:rPr>
              <a:t>PreparedStatement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를 통해서</a:t>
            </a:r>
          </a:p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SQL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구문을 실행하는 역할을 하며 코드 안정성 높이고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가독성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높이는 기능 구현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3000372"/>
            <a:ext cx="9144000" cy="38576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3000372"/>
            <a:ext cx="9144000" cy="3714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lang="ko-KR" altLang="en-US" sz="3600" dirty="0">
                <a:solidFill>
                  <a:schemeClr val="bg1"/>
                </a:solidFill>
              </a:rPr>
              <a:t>추후 밑에 클래스에 사용하게 됨</a:t>
            </a:r>
            <a:endParaRPr lang="en-US" altLang="ko-KR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6.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리뷰에 대한 정보를 출력해주는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2714620"/>
            <a:ext cx="9144000" cy="41433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00052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public static void </a:t>
            </a:r>
            <a:r>
              <a:rPr lang="en-US" altLang="ko-KR" sz="2000" dirty="0" err="1">
                <a:solidFill>
                  <a:schemeClr val="bg1"/>
                </a:solidFill>
              </a:rPr>
              <a:t>reviewPrt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int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</a:rPr>
              <a:t>selnum</a:t>
            </a:r>
            <a:r>
              <a:rPr lang="en-US" altLang="ko-KR" sz="20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if(</a:t>
            </a:r>
            <a:r>
              <a:rPr lang="en-US" altLang="ko-KR" sz="2000" dirty="0" err="1">
                <a:solidFill>
                  <a:schemeClr val="bg1"/>
                </a:solidFill>
              </a:rPr>
              <a:t>selnum</a:t>
            </a:r>
            <a:r>
              <a:rPr lang="en-US" altLang="ko-KR" sz="2000" dirty="0">
                <a:solidFill>
                  <a:schemeClr val="bg1"/>
                </a:solidFill>
              </a:rPr>
              <a:t>==6) { // </a:t>
            </a:r>
            <a:r>
              <a:rPr lang="ko-KR" altLang="en-US" sz="2000" dirty="0">
                <a:solidFill>
                  <a:schemeClr val="bg1"/>
                </a:solidFill>
              </a:rPr>
              <a:t>정확한 도서명을 </a:t>
            </a:r>
            <a:r>
              <a:rPr lang="ko-KR" altLang="en-US" sz="2000" dirty="0" err="1">
                <a:solidFill>
                  <a:schemeClr val="bg1"/>
                </a:solidFill>
              </a:rPr>
              <a:t>입력받아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>
                <a:solidFill>
                  <a:schemeClr val="bg1"/>
                </a:solidFill>
              </a:rPr>
              <a:t>DB</a:t>
            </a:r>
            <a:r>
              <a:rPr lang="ko-KR" altLang="en-US" sz="2000" dirty="0">
                <a:solidFill>
                  <a:schemeClr val="bg1"/>
                </a:solidFill>
              </a:rPr>
              <a:t>에서 </a:t>
            </a:r>
            <a:r>
              <a:rPr lang="en-US" altLang="ko-KR" sz="2000" dirty="0">
                <a:solidFill>
                  <a:schemeClr val="bg1"/>
                </a:solidFill>
              </a:rPr>
              <a:t>select </a:t>
            </a:r>
            <a:r>
              <a:rPr lang="ko-KR" altLang="en-US" sz="2000" dirty="0">
                <a:solidFill>
                  <a:schemeClr val="bg1"/>
                </a:solidFill>
              </a:rPr>
              <a:t>결과 </a:t>
            </a:r>
            <a:r>
              <a:rPr lang="en-US" altLang="ko-KR" sz="2000" dirty="0" err="1">
                <a:solidFill>
                  <a:schemeClr val="bg1"/>
                </a:solidFill>
              </a:rPr>
              <a:t>rList</a:t>
            </a:r>
            <a:r>
              <a:rPr lang="ko-KR" altLang="en-US" sz="2000" dirty="0">
                <a:solidFill>
                  <a:schemeClr val="bg1"/>
                </a:solidFill>
              </a:rPr>
              <a:t>에 대입 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출력</a:t>
            </a:r>
          </a:p>
          <a:p>
            <a:pPr marL="342900" lvl="0" indent="-342900">
              <a:spcBef>
                <a:spcPct val="20000"/>
              </a:spcBef>
            </a:pPr>
            <a:r>
              <a:rPr lang="ko-KR" altLang="en-US" sz="2000" dirty="0">
                <a:solidFill>
                  <a:schemeClr val="bg1"/>
                </a:solidFill>
              </a:rPr>
              <a:t>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rList</a:t>
            </a:r>
            <a:r>
              <a:rPr lang="en-US" altLang="ko-KR" sz="2000" dirty="0">
                <a:solidFill>
                  <a:schemeClr val="bg1"/>
                </a:solidFill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</a:rPr>
              <a:t>rDAO.returnReviewId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OutText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ko-KR" altLang="en-US" sz="2000" dirty="0">
                <a:solidFill>
                  <a:schemeClr val="bg1"/>
                </a:solidFill>
              </a:rPr>
              <a:t>책 제목</a:t>
            </a:r>
            <a:r>
              <a:rPr lang="en-US" altLang="ko-KR" sz="2000" dirty="0">
                <a:solidFill>
                  <a:schemeClr val="bg1"/>
                </a:solidFill>
              </a:rPr>
              <a:t>"),</a:t>
            </a:r>
            <a:r>
              <a:rPr lang="en-US" altLang="ko-KR" sz="2000" dirty="0" err="1">
                <a:solidFill>
                  <a:schemeClr val="bg1"/>
                </a:solidFill>
              </a:rPr>
              <a:t>selnum</a:t>
            </a:r>
            <a:r>
              <a:rPr lang="en-US" altLang="ko-KR" sz="20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else {  // </a:t>
            </a:r>
            <a:r>
              <a:rPr lang="ko-KR" altLang="en-US" sz="2000" dirty="0" err="1">
                <a:solidFill>
                  <a:schemeClr val="bg1"/>
                </a:solidFill>
              </a:rPr>
              <a:t>로그인된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>
                <a:solidFill>
                  <a:schemeClr val="bg1"/>
                </a:solidFill>
              </a:rPr>
              <a:t>id</a:t>
            </a:r>
            <a:r>
              <a:rPr lang="ko-KR" altLang="en-US" sz="2000" dirty="0">
                <a:solidFill>
                  <a:schemeClr val="bg1"/>
                </a:solidFill>
              </a:rPr>
              <a:t>가 등록한 리뷰에 대해 </a:t>
            </a:r>
            <a:r>
              <a:rPr lang="en-US" altLang="ko-KR" sz="2000" dirty="0">
                <a:solidFill>
                  <a:schemeClr val="bg1"/>
                </a:solidFill>
              </a:rPr>
              <a:t>DB</a:t>
            </a:r>
            <a:r>
              <a:rPr lang="ko-KR" altLang="en-US" sz="2000" dirty="0">
                <a:solidFill>
                  <a:schemeClr val="bg1"/>
                </a:solidFill>
              </a:rPr>
              <a:t>에서 </a:t>
            </a:r>
            <a:r>
              <a:rPr lang="en-US" altLang="ko-KR" sz="2000" dirty="0">
                <a:solidFill>
                  <a:schemeClr val="bg1"/>
                </a:solidFill>
              </a:rPr>
              <a:t>select </a:t>
            </a:r>
            <a:r>
              <a:rPr lang="ko-KR" altLang="en-US" sz="2000" dirty="0">
                <a:solidFill>
                  <a:schemeClr val="bg1"/>
                </a:solidFill>
              </a:rPr>
              <a:t>결과를 </a:t>
            </a:r>
            <a:r>
              <a:rPr lang="en-US" altLang="ko-KR" sz="2000" dirty="0" err="1">
                <a:solidFill>
                  <a:schemeClr val="bg1"/>
                </a:solidFill>
              </a:rPr>
              <a:t>rList</a:t>
            </a:r>
            <a:r>
              <a:rPr lang="ko-KR" altLang="en-US" sz="2000" dirty="0">
                <a:solidFill>
                  <a:schemeClr val="bg1"/>
                </a:solidFill>
              </a:rPr>
              <a:t>에 대입 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출력</a:t>
            </a:r>
          </a:p>
          <a:p>
            <a:pPr marL="342900" lvl="0" indent="-342900">
              <a:spcBef>
                <a:spcPct val="20000"/>
              </a:spcBef>
            </a:pPr>
            <a:r>
              <a:rPr lang="ko-KR" altLang="en-US" sz="2000" dirty="0">
                <a:solidFill>
                  <a:schemeClr val="bg1"/>
                </a:solidFill>
              </a:rPr>
              <a:t>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rList</a:t>
            </a:r>
            <a:r>
              <a:rPr lang="en-US" altLang="ko-KR" sz="2000" dirty="0">
                <a:solidFill>
                  <a:schemeClr val="bg1"/>
                </a:solidFill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</a:rPr>
              <a:t>rDAO.returnReviewId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nowMember.getId</a:t>
            </a:r>
            <a:r>
              <a:rPr lang="en-US" altLang="ko-KR" sz="2000" dirty="0">
                <a:solidFill>
                  <a:schemeClr val="bg1"/>
                </a:solidFill>
              </a:rPr>
              <a:t>(),</a:t>
            </a:r>
            <a:r>
              <a:rPr lang="en-US" altLang="ko-KR" sz="2000" dirty="0" err="1">
                <a:solidFill>
                  <a:schemeClr val="bg1"/>
                </a:solidFill>
              </a:rPr>
              <a:t>selnum</a:t>
            </a:r>
            <a:r>
              <a:rPr lang="en-US" altLang="ko-KR" sz="20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if (</a:t>
            </a:r>
            <a:r>
              <a:rPr lang="en-US" altLang="ko-KR" sz="2000" dirty="0" err="1">
                <a:solidFill>
                  <a:schemeClr val="bg1"/>
                </a:solidFill>
              </a:rPr>
              <a:t>rList.size</a:t>
            </a:r>
            <a:r>
              <a:rPr lang="en-US" altLang="ko-KR" sz="2000" dirty="0">
                <a:solidFill>
                  <a:schemeClr val="bg1"/>
                </a:solidFill>
              </a:rPr>
              <a:t>() != 0)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Iterator</a:t>
            </a:r>
            <a:r>
              <a:rPr lang="en-US" altLang="ko-KR" sz="2000" dirty="0">
                <a:solidFill>
                  <a:schemeClr val="bg1"/>
                </a:solidFill>
              </a:rPr>
              <a:t> var3 = </a:t>
            </a:r>
            <a:r>
              <a:rPr lang="en-US" altLang="ko-KR" sz="2000" dirty="0" err="1">
                <a:solidFill>
                  <a:schemeClr val="bg1"/>
                </a:solidFill>
              </a:rPr>
              <a:t>rList.iterator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while (var3.hasNext())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ReviewDTO</a:t>
            </a:r>
            <a:r>
              <a:rPr lang="en-US" altLang="ko-KR" sz="2000" dirty="0">
                <a:solidFill>
                  <a:schemeClr val="bg1"/>
                </a:solidFill>
              </a:rPr>
              <a:t> list = (</a:t>
            </a:r>
            <a:r>
              <a:rPr lang="en-US" altLang="ko-KR" sz="2000" dirty="0" err="1">
                <a:solidFill>
                  <a:schemeClr val="bg1"/>
                </a:solidFill>
              </a:rPr>
              <a:t>ReviewDTO</a:t>
            </a:r>
            <a:r>
              <a:rPr lang="en-US" altLang="ko-KR" sz="2000" dirty="0">
                <a:solidFill>
                  <a:schemeClr val="bg1"/>
                </a:solidFill>
              </a:rPr>
              <a:t>) var3.next();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ko-KR" altLang="en-US" sz="2000" dirty="0">
                <a:solidFill>
                  <a:schemeClr val="bg1"/>
                </a:solidFill>
              </a:rPr>
              <a:t>리뷰 번호 </a:t>
            </a:r>
            <a:r>
              <a:rPr lang="en-US" altLang="ko-KR" sz="2000" dirty="0">
                <a:solidFill>
                  <a:schemeClr val="bg1"/>
                </a:solidFill>
              </a:rPr>
              <a:t>: " + </a:t>
            </a:r>
            <a:r>
              <a:rPr lang="en-US" altLang="ko-KR" sz="2000" dirty="0" err="1">
                <a:solidFill>
                  <a:schemeClr val="bg1"/>
                </a:solidFill>
              </a:rPr>
              <a:t>list.getRnum</a:t>
            </a:r>
            <a:r>
              <a:rPr lang="en-US" altLang="ko-KR" sz="2000" dirty="0">
                <a:solidFill>
                  <a:schemeClr val="bg1"/>
                </a:solidFill>
              </a:rPr>
              <a:t>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  </a:t>
            </a:r>
            <a:r>
              <a:rPr lang="ko-KR" altLang="en-US" sz="2000" dirty="0">
                <a:solidFill>
                  <a:schemeClr val="bg1"/>
                </a:solidFill>
              </a:rPr>
              <a:t>추천수 </a:t>
            </a:r>
            <a:r>
              <a:rPr lang="en-US" altLang="ko-KR" sz="2000" dirty="0">
                <a:solidFill>
                  <a:schemeClr val="bg1"/>
                </a:solidFill>
              </a:rPr>
              <a:t>: " + </a:t>
            </a:r>
            <a:r>
              <a:rPr lang="en-US" altLang="ko-KR" sz="2000" dirty="0" err="1">
                <a:solidFill>
                  <a:schemeClr val="bg1"/>
                </a:solidFill>
              </a:rPr>
              <a:t>list.getRec</a:t>
            </a:r>
            <a:r>
              <a:rPr lang="en-US" altLang="ko-KR" sz="2000" dirty="0">
                <a:solidFill>
                  <a:schemeClr val="bg1"/>
                </a:solidFill>
              </a:rPr>
              <a:t>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  </a:t>
            </a:r>
            <a:r>
              <a:rPr lang="ko-KR" altLang="en-US" sz="2000" dirty="0">
                <a:solidFill>
                  <a:schemeClr val="bg1"/>
                </a:solidFill>
              </a:rPr>
              <a:t>도서명 </a:t>
            </a:r>
            <a:r>
              <a:rPr lang="en-US" altLang="ko-KR" sz="2000" dirty="0">
                <a:solidFill>
                  <a:schemeClr val="bg1"/>
                </a:solidFill>
              </a:rPr>
              <a:t>: " + </a:t>
            </a:r>
            <a:r>
              <a:rPr lang="en-US" altLang="ko-KR" sz="2000" dirty="0" err="1">
                <a:solidFill>
                  <a:schemeClr val="bg1"/>
                </a:solidFill>
              </a:rPr>
              <a:t>list.getBook</a:t>
            </a:r>
            <a:r>
              <a:rPr lang="en-US" altLang="ko-KR" sz="2000" dirty="0">
                <a:solidFill>
                  <a:schemeClr val="bg1"/>
                </a:solidFill>
              </a:rPr>
              <a:t>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</a:t>
            </a:r>
            <a:r>
              <a:rPr lang="ko-KR" altLang="en-US" sz="2000" dirty="0">
                <a:solidFill>
                  <a:schemeClr val="bg1"/>
                </a:solidFill>
              </a:rPr>
              <a:t>리뷰 내용 </a:t>
            </a:r>
            <a:r>
              <a:rPr lang="en-US" altLang="ko-KR" sz="2000" dirty="0">
                <a:solidFill>
                  <a:schemeClr val="bg1"/>
                </a:solidFill>
              </a:rPr>
              <a:t>:" + </a:t>
            </a:r>
            <a:r>
              <a:rPr lang="en-US" altLang="ko-KR" sz="2000" dirty="0" err="1">
                <a:solidFill>
                  <a:schemeClr val="bg1"/>
                </a:solidFill>
              </a:rPr>
              <a:t>list.getRtext</a:t>
            </a:r>
            <a:r>
              <a:rPr lang="en-US" altLang="ko-KR" sz="2000" dirty="0">
                <a:solidFill>
                  <a:schemeClr val="bg1"/>
                </a:solidFill>
              </a:rPr>
              <a:t>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7.DB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검색하고자 하는 도서를 키워드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Like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검색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,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후기와 함께 서브쿼리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리턴값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반환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2714620"/>
            <a:ext cx="9144000" cy="41433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000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public static </a:t>
            </a:r>
            <a:r>
              <a:rPr lang="en-US" altLang="ko-KR" sz="2400" b="1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b="1" dirty="0">
                <a:solidFill>
                  <a:schemeClr val="bg1"/>
                </a:solidFill>
              </a:rPr>
              <a:t>&lt;</a:t>
            </a:r>
            <a:r>
              <a:rPr lang="en-US" altLang="ko-KR" sz="2400" b="1" dirty="0" err="1">
                <a:solidFill>
                  <a:schemeClr val="bg1"/>
                </a:solidFill>
              </a:rPr>
              <a:t>BookJoinReviewDTO</a:t>
            </a:r>
            <a:r>
              <a:rPr lang="en-US" altLang="ko-KR" sz="2400" b="1" dirty="0">
                <a:solidFill>
                  <a:schemeClr val="bg1"/>
                </a:solidFill>
              </a:rPr>
              <a:t>&gt; </a:t>
            </a:r>
            <a:r>
              <a:rPr lang="en-US" altLang="ko-KR" sz="2400" b="1" dirty="0" err="1">
                <a:solidFill>
                  <a:schemeClr val="bg1"/>
                </a:solidFill>
              </a:rPr>
              <a:t>bookTitleSearch</a:t>
            </a:r>
            <a:r>
              <a:rPr lang="en-US" altLang="ko-KR" sz="2400" b="1" dirty="0">
                <a:solidFill>
                  <a:schemeClr val="bg1"/>
                </a:solidFill>
              </a:rPr>
              <a:t>(String title) {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dirty="0">
                <a:solidFill>
                  <a:schemeClr val="bg1"/>
                </a:solidFill>
              </a:rPr>
              <a:t>&lt;</a:t>
            </a:r>
            <a:r>
              <a:rPr lang="en-US" altLang="ko-KR" sz="2400" dirty="0" err="1">
                <a:solidFill>
                  <a:schemeClr val="bg1"/>
                </a:solidFill>
              </a:rPr>
              <a:t>BookJoinReviewDTO</a:t>
            </a:r>
            <a:r>
              <a:rPr lang="en-US" altLang="ko-KR" sz="2400" dirty="0">
                <a:solidFill>
                  <a:schemeClr val="bg1"/>
                </a:solidFill>
              </a:rPr>
              <a:t>&gt; </a:t>
            </a:r>
            <a:r>
              <a:rPr lang="en-US" altLang="ko-KR" sz="2400" dirty="0" err="1">
                <a:solidFill>
                  <a:schemeClr val="bg1"/>
                </a:solidFill>
              </a:rPr>
              <a:t>searchBookReview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= </a:t>
            </a:r>
            <a:r>
              <a:rPr lang="en-US" altLang="ko-KR" sz="2400" b="1" dirty="0">
                <a:solidFill>
                  <a:schemeClr val="bg1"/>
                </a:solidFill>
              </a:rPr>
              <a:t>new </a:t>
            </a:r>
            <a:r>
              <a:rPr lang="en-US" altLang="ko-KR" sz="2400" b="1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b="1" dirty="0">
                <a:solidFill>
                  <a:schemeClr val="bg1"/>
                </a:solidFill>
              </a:rPr>
              <a:t>&lt;&gt;();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trueConn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</a:t>
            </a:r>
            <a:r>
              <a:rPr lang="en-US" altLang="ko-KR" sz="2400" i="1" dirty="0" err="1">
                <a:solidFill>
                  <a:schemeClr val="bg1"/>
                </a:solidFill>
              </a:rPr>
              <a:t>getConnection</a:t>
            </a:r>
            <a:r>
              <a:rPr lang="en-US" altLang="ko-KR" sz="2400" i="1" dirty="0">
                <a:solidFill>
                  <a:schemeClr val="bg1"/>
                </a:solidFill>
              </a:rPr>
              <a:t>();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b="1" dirty="0">
                <a:solidFill>
                  <a:schemeClr val="bg1"/>
                </a:solidFill>
              </a:rPr>
              <a:t>null;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ResultSet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rs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b="1" dirty="0">
                <a:solidFill>
                  <a:schemeClr val="bg1"/>
                </a:solidFill>
              </a:rPr>
              <a:t>null;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8992" y="0"/>
            <a:ext cx="5715008" cy="714356"/>
          </a:xfrm>
        </p:spPr>
        <p:txBody>
          <a:bodyPr>
            <a:normAutofit fontScale="62500" lnSpcReduction="20000"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7.DB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검색하고자 하는 도서를 키워드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Like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검색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,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후기와 함께 서브쿼리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리턴값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반환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85794"/>
            <a:ext cx="9144000" cy="59293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if (</a:t>
            </a:r>
            <a:r>
              <a:rPr lang="en-US" altLang="ko-KR" sz="1400" b="1" dirty="0" err="1">
                <a:solidFill>
                  <a:schemeClr val="bg1"/>
                </a:solidFill>
              </a:rPr>
              <a:t>trueConn</a:t>
            </a:r>
            <a:r>
              <a:rPr lang="en-US" altLang="ko-KR" sz="1400" b="1" dirty="0">
                <a:solidFill>
                  <a:schemeClr val="bg1"/>
                </a:solidFill>
              </a:rPr>
              <a:t>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</a:t>
            </a:r>
            <a:r>
              <a:rPr lang="en-US" altLang="ko-KR" sz="1400" b="1" dirty="0">
                <a:solidFill>
                  <a:schemeClr val="bg1"/>
                </a:solidFill>
              </a:rPr>
              <a:t>try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Connection </a:t>
            </a:r>
            <a:r>
              <a:rPr lang="en-US" altLang="ko-KR" sz="1400" dirty="0" err="1">
                <a:solidFill>
                  <a:schemeClr val="bg1"/>
                </a:solidFill>
              </a:rPr>
              <a:t>conn</a:t>
            </a:r>
            <a:r>
              <a:rPr lang="en-US" altLang="ko-KR" sz="1400" dirty="0">
                <a:solidFill>
                  <a:schemeClr val="bg1"/>
                </a:solidFill>
              </a:rPr>
              <a:t> = </a:t>
            </a:r>
            <a:r>
              <a:rPr lang="en-US" altLang="ko-KR" sz="1400" dirty="0" err="1">
                <a:solidFill>
                  <a:schemeClr val="bg1"/>
                </a:solidFill>
              </a:rPr>
              <a:t>AccessDAO.</a:t>
            </a:r>
            <a:r>
              <a:rPr lang="en-US" altLang="ko-KR" sz="1400" i="1" dirty="0" err="1">
                <a:solidFill>
                  <a:schemeClr val="bg1"/>
                </a:solidFill>
              </a:rPr>
              <a:t>getConn</a:t>
            </a:r>
            <a:r>
              <a:rPr lang="en-US" altLang="ko-KR" sz="1400" i="1" dirty="0">
                <a:solidFill>
                  <a:schemeClr val="bg1"/>
                </a:solidFill>
              </a:rPr>
              <a:t>();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String </a:t>
            </a:r>
            <a:r>
              <a:rPr lang="en-US" altLang="ko-KR" sz="1400" dirty="0" err="1">
                <a:solidFill>
                  <a:schemeClr val="bg1"/>
                </a:solidFill>
              </a:rPr>
              <a:t>sql</a:t>
            </a:r>
            <a:r>
              <a:rPr lang="en-US" altLang="ko-KR" sz="1400" dirty="0">
                <a:solidFill>
                  <a:schemeClr val="bg1"/>
                </a:solidFill>
              </a:rPr>
              <a:t> = "SELECT * FROM </a:t>
            </a:r>
            <a:r>
              <a:rPr lang="en-US" altLang="ko-KR" sz="1400" dirty="0" err="1">
                <a:solidFill>
                  <a:schemeClr val="bg1"/>
                </a:solidFill>
              </a:rPr>
              <a:t>ReviewAndBook</a:t>
            </a:r>
            <a:r>
              <a:rPr lang="en-US" altLang="ko-KR" sz="1400" dirty="0">
                <a:solidFill>
                  <a:schemeClr val="bg1"/>
                </a:solidFill>
              </a:rPr>
              <a:t> WHERE book LIKE ?";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psmt</a:t>
            </a:r>
            <a:r>
              <a:rPr lang="en-US" altLang="ko-KR" sz="1400" dirty="0">
                <a:solidFill>
                  <a:schemeClr val="bg1"/>
                </a:solidFill>
              </a:rPr>
              <a:t> = </a:t>
            </a:r>
            <a:r>
              <a:rPr lang="en-US" altLang="ko-KR" sz="14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sql</a:t>
            </a:r>
            <a:r>
              <a:rPr lang="en-US" altLang="ko-KR" sz="1400" dirty="0">
                <a:solidFill>
                  <a:schemeClr val="bg1"/>
                </a:solidFill>
              </a:rPr>
              <a:t>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400" dirty="0">
                <a:solidFill>
                  <a:schemeClr val="bg1"/>
                </a:solidFill>
              </a:rPr>
              <a:t>(1, "%" + title + "%");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rs</a:t>
            </a:r>
            <a:r>
              <a:rPr lang="en-US" altLang="ko-KR" sz="1400" dirty="0">
                <a:solidFill>
                  <a:schemeClr val="bg1"/>
                </a:solidFill>
              </a:rPr>
              <a:t> = </a:t>
            </a:r>
            <a:r>
              <a:rPr lang="en-US" altLang="ko-KR" sz="1400" dirty="0" err="1">
                <a:solidFill>
                  <a:schemeClr val="bg1"/>
                </a:solidFill>
              </a:rPr>
              <a:t>psmt.executeQuery</a:t>
            </a:r>
            <a:r>
              <a:rPr lang="en-US" altLang="ko-KR" sz="1400" dirty="0">
                <a:solidFill>
                  <a:schemeClr val="bg1"/>
                </a:solidFill>
              </a:rPr>
              <a:t>();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b="1" dirty="0">
                <a:solidFill>
                  <a:schemeClr val="bg1"/>
                </a:solidFill>
              </a:rPr>
              <a:t>while (</a:t>
            </a:r>
            <a:r>
              <a:rPr lang="en-US" altLang="ko-KR" sz="1400" b="1" dirty="0" err="1">
                <a:solidFill>
                  <a:schemeClr val="bg1"/>
                </a:solidFill>
              </a:rPr>
              <a:t>rs.next</a:t>
            </a:r>
            <a:r>
              <a:rPr lang="en-US" altLang="ko-KR" sz="1400" b="1" dirty="0">
                <a:solidFill>
                  <a:schemeClr val="bg1"/>
                </a:solidFill>
              </a:rPr>
              <a:t>())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BookJoinReviewDTO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</a:rPr>
              <a:t>tmpBook</a:t>
            </a:r>
            <a:r>
              <a:rPr lang="en-US" altLang="ko-KR" sz="1400" dirty="0">
                <a:solidFill>
                  <a:schemeClr val="bg1"/>
                </a:solidFill>
              </a:rPr>
              <a:t> = </a:t>
            </a:r>
            <a:r>
              <a:rPr lang="en-US" altLang="ko-KR" sz="1400" b="1" dirty="0">
                <a:solidFill>
                  <a:schemeClr val="bg1"/>
                </a:solidFill>
              </a:rPr>
              <a:t>new </a:t>
            </a:r>
            <a:r>
              <a:rPr lang="en-US" altLang="ko-KR" sz="1400" b="1" dirty="0" err="1">
                <a:solidFill>
                  <a:schemeClr val="bg1"/>
                </a:solidFill>
              </a:rPr>
              <a:t>BookJoinReviewDTO</a:t>
            </a:r>
            <a:r>
              <a:rPr lang="en-US" altLang="ko-KR" sz="1400" b="1" dirty="0">
                <a:solidFill>
                  <a:schemeClr val="bg1"/>
                </a:solidFill>
              </a:rPr>
              <a:t>();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tmpBook.setRnum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rs.getInt</a:t>
            </a:r>
            <a:r>
              <a:rPr lang="en-US" altLang="ko-KR" sz="1400" dirty="0">
                <a:solidFill>
                  <a:schemeClr val="bg1"/>
                </a:solidFill>
              </a:rPr>
              <a:t>("</a:t>
            </a:r>
            <a:r>
              <a:rPr lang="en-US" altLang="ko-KR" sz="1400" dirty="0" err="1">
                <a:solidFill>
                  <a:schemeClr val="bg1"/>
                </a:solidFill>
              </a:rPr>
              <a:t>rnum</a:t>
            </a:r>
            <a:r>
              <a:rPr lang="en-US" altLang="ko-KR" sz="1400" dirty="0">
                <a:solidFill>
                  <a:schemeClr val="bg1"/>
                </a:solidFill>
              </a:rPr>
              <a:t>"));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tmpBook.setBook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400" dirty="0">
                <a:solidFill>
                  <a:schemeClr val="bg1"/>
                </a:solidFill>
              </a:rPr>
              <a:t>("book"));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tmpBook.setAuthor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400" dirty="0">
                <a:solidFill>
                  <a:schemeClr val="bg1"/>
                </a:solidFill>
              </a:rPr>
              <a:t>("author"));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tmpBook.setId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400" dirty="0">
                <a:solidFill>
                  <a:schemeClr val="bg1"/>
                </a:solidFill>
              </a:rPr>
              <a:t>("id"));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tmpBook.setrText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400" dirty="0">
                <a:solidFill>
                  <a:schemeClr val="bg1"/>
                </a:solidFill>
              </a:rPr>
              <a:t>("</a:t>
            </a:r>
            <a:r>
              <a:rPr lang="en-US" altLang="ko-KR" sz="1400" dirty="0" err="1">
                <a:solidFill>
                  <a:schemeClr val="bg1"/>
                </a:solidFill>
              </a:rPr>
              <a:t>rtext</a:t>
            </a:r>
            <a:r>
              <a:rPr lang="en-US" altLang="ko-KR" sz="1400" dirty="0">
                <a:solidFill>
                  <a:schemeClr val="bg1"/>
                </a:solidFill>
              </a:rPr>
              <a:t>"));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searchBookReview.add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tmpBook</a:t>
            </a:r>
            <a:r>
              <a:rPr lang="en-US" altLang="ko-KR" sz="1400" dirty="0">
                <a:solidFill>
                  <a:schemeClr val="bg1"/>
                </a:solidFill>
              </a:rPr>
              <a:t>);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b="1" dirty="0">
                <a:solidFill>
                  <a:schemeClr val="bg1"/>
                </a:solidFill>
              </a:rPr>
              <a:t>return </a:t>
            </a:r>
            <a:r>
              <a:rPr lang="en-US" altLang="ko-KR" sz="1400" b="1" dirty="0" err="1">
                <a:solidFill>
                  <a:schemeClr val="bg1"/>
                </a:solidFill>
              </a:rPr>
              <a:t>searchBookReview</a:t>
            </a:r>
            <a:r>
              <a:rPr lang="en-US" altLang="ko-KR" sz="1400" b="1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} </a:t>
            </a:r>
            <a:r>
              <a:rPr lang="en-US" altLang="ko-KR" sz="1400" b="1" dirty="0">
                <a:solidFill>
                  <a:schemeClr val="bg1"/>
                </a:solidFill>
              </a:rPr>
              <a:t>catch (Exception e)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1400" dirty="0">
                <a:solidFill>
                  <a:schemeClr val="bg1"/>
                </a:solidFill>
              </a:rPr>
              <a:t>();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System.</a:t>
            </a:r>
            <a:r>
              <a:rPr lang="en-US" altLang="ko-KR" sz="1400" b="1" i="1" dirty="0" err="1">
                <a:solidFill>
                  <a:schemeClr val="bg1"/>
                </a:solidFill>
              </a:rPr>
              <a:t>out.println</a:t>
            </a:r>
            <a:r>
              <a:rPr lang="en-US" altLang="ko-KR" sz="1400" b="1" i="1" dirty="0">
                <a:solidFill>
                  <a:schemeClr val="bg1"/>
                </a:solidFill>
              </a:rPr>
              <a:t>("</a:t>
            </a:r>
            <a:r>
              <a:rPr lang="ko-KR" altLang="en-US" sz="1400" b="1" i="1" dirty="0">
                <a:solidFill>
                  <a:schemeClr val="bg1"/>
                </a:solidFill>
              </a:rPr>
              <a:t>검색 결과가 없습니다</a:t>
            </a:r>
            <a:r>
              <a:rPr lang="en-US" altLang="ko-KR" sz="1400" b="1" i="1" dirty="0">
                <a:solidFill>
                  <a:schemeClr val="bg1"/>
                </a:solidFill>
              </a:rPr>
              <a:t>");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} </a:t>
            </a:r>
            <a:r>
              <a:rPr lang="en-US" altLang="ko-KR" sz="1400" b="1" dirty="0">
                <a:solidFill>
                  <a:schemeClr val="bg1"/>
                </a:solidFill>
              </a:rPr>
              <a:t>finally 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AccessDAO.</a:t>
            </a:r>
            <a:r>
              <a:rPr lang="en-US" altLang="ko-KR" sz="1400" i="1" dirty="0" err="1">
                <a:solidFill>
                  <a:schemeClr val="bg1"/>
                </a:solidFill>
              </a:rPr>
              <a:t>resourcesClose</a:t>
            </a:r>
            <a:r>
              <a:rPr lang="en-US" altLang="ko-KR" sz="1400" i="1" dirty="0">
                <a:solidFill>
                  <a:schemeClr val="bg1"/>
                </a:solidFill>
              </a:rPr>
              <a:t>();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            </a:t>
            </a:r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        </a:t>
            </a:r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    </a:t>
            </a:r>
            <a:r>
              <a:rPr lang="en-US" altLang="ko-KR" sz="1400" b="1" dirty="0">
                <a:solidFill>
                  <a:schemeClr val="bg1"/>
                </a:solidFill>
              </a:rPr>
              <a:t>return null;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    </a:t>
            </a:r>
            <a:r>
              <a:rPr lang="en-US" altLang="ko-KR" sz="14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14620"/>
            <a:ext cx="9144000" cy="41433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8.DB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도서 단건 검색 후 리턴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public static </a:t>
            </a:r>
            <a:r>
              <a:rPr lang="en-US" altLang="ko-KR" sz="2400" dirty="0" err="1">
                <a:solidFill>
                  <a:schemeClr val="bg1"/>
                </a:solidFill>
              </a:rPr>
              <a:t>BookDTO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searchBook</a:t>
            </a:r>
            <a:r>
              <a:rPr lang="en-US" altLang="ko-KR" sz="2400" dirty="0">
                <a:solidFill>
                  <a:schemeClr val="bg1"/>
                </a:solidFill>
              </a:rPr>
              <a:t>(String </a:t>
            </a:r>
            <a:r>
              <a:rPr lang="en-US" altLang="ko-KR" sz="2400" dirty="0" err="1">
                <a:solidFill>
                  <a:schemeClr val="bg1"/>
                </a:solidFill>
              </a:rPr>
              <a:t>searchBookTitle</a:t>
            </a:r>
            <a:r>
              <a:rPr lang="en-US" altLang="ko-KR" sz="24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trueConn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AccessDAO.getConnection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ResultSet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rs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8.DB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도서 단건 검색 후 리턴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9144000" cy="600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if (</a:t>
            </a:r>
            <a:r>
              <a:rPr lang="en-US" altLang="ko-KR" sz="1300" dirty="0" err="1">
                <a:solidFill>
                  <a:schemeClr val="bg1"/>
                </a:solidFill>
              </a:rPr>
              <a:t>trueConn</a:t>
            </a:r>
            <a:r>
              <a:rPr lang="en-US" altLang="ko-KR" sz="13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Connection </a:t>
            </a:r>
            <a:r>
              <a:rPr lang="en-US" altLang="ko-KR" sz="1300" dirty="0" err="1">
                <a:solidFill>
                  <a:schemeClr val="bg1"/>
                </a:solidFill>
              </a:rPr>
              <a:t>conn</a:t>
            </a:r>
            <a:r>
              <a:rPr lang="en-US" altLang="ko-KR" sz="1300" dirty="0">
                <a:solidFill>
                  <a:schemeClr val="bg1"/>
                </a:solidFill>
              </a:rPr>
              <a:t> = </a:t>
            </a:r>
            <a:r>
              <a:rPr lang="en-US" altLang="ko-KR" sz="1300" dirty="0" err="1">
                <a:solidFill>
                  <a:schemeClr val="bg1"/>
                </a:solidFill>
              </a:rPr>
              <a:t>AccessDAO.getConn</a:t>
            </a:r>
            <a:r>
              <a:rPr lang="en-US" altLang="ko-KR" sz="13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String </a:t>
            </a:r>
            <a:r>
              <a:rPr lang="en-US" altLang="ko-KR" sz="1300" dirty="0" err="1">
                <a:solidFill>
                  <a:schemeClr val="bg1"/>
                </a:solidFill>
              </a:rPr>
              <a:t>sql</a:t>
            </a:r>
            <a:r>
              <a:rPr lang="en-US" altLang="ko-KR" sz="1300" dirty="0">
                <a:solidFill>
                  <a:schemeClr val="bg1"/>
                </a:solidFill>
              </a:rPr>
              <a:t> = "select * from book where book=?";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psmt</a:t>
            </a:r>
            <a:r>
              <a:rPr lang="en-US" altLang="ko-KR" sz="1300" dirty="0">
                <a:solidFill>
                  <a:schemeClr val="bg1"/>
                </a:solidFill>
              </a:rPr>
              <a:t> = </a:t>
            </a:r>
            <a:r>
              <a:rPr lang="en-US" altLang="ko-KR" sz="13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1300" dirty="0">
                <a:solidFill>
                  <a:schemeClr val="bg1"/>
                </a:solidFill>
              </a:rPr>
              <a:t>(</a:t>
            </a:r>
            <a:r>
              <a:rPr lang="en-US" altLang="ko-KR" sz="1300" dirty="0" err="1">
                <a:solidFill>
                  <a:schemeClr val="bg1"/>
                </a:solidFill>
              </a:rPr>
              <a:t>sql</a:t>
            </a:r>
            <a:r>
              <a:rPr lang="en-US" altLang="ko-KR" sz="13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300" dirty="0">
                <a:solidFill>
                  <a:schemeClr val="bg1"/>
                </a:solidFill>
              </a:rPr>
              <a:t>(1, </a:t>
            </a:r>
            <a:r>
              <a:rPr lang="en-US" altLang="ko-KR" sz="1300" dirty="0" err="1">
                <a:solidFill>
                  <a:schemeClr val="bg1"/>
                </a:solidFill>
              </a:rPr>
              <a:t>searchBookTitle</a:t>
            </a:r>
            <a:r>
              <a:rPr lang="en-US" altLang="ko-KR" sz="13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rs</a:t>
            </a:r>
            <a:r>
              <a:rPr lang="en-US" altLang="ko-KR" sz="1300" dirty="0">
                <a:solidFill>
                  <a:schemeClr val="bg1"/>
                </a:solidFill>
              </a:rPr>
              <a:t> = </a:t>
            </a:r>
            <a:r>
              <a:rPr lang="en-US" altLang="ko-KR" sz="1300" dirty="0" err="1">
                <a:solidFill>
                  <a:schemeClr val="bg1"/>
                </a:solidFill>
              </a:rPr>
              <a:t>psmt.executeQuery</a:t>
            </a:r>
            <a:r>
              <a:rPr lang="en-US" altLang="ko-KR" sz="13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if (</a:t>
            </a:r>
            <a:r>
              <a:rPr lang="en-US" altLang="ko-KR" sz="1300" dirty="0" err="1">
                <a:solidFill>
                  <a:schemeClr val="bg1"/>
                </a:solidFill>
              </a:rPr>
              <a:t>rs.next</a:t>
            </a:r>
            <a:r>
              <a:rPr lang="en-US" altLang="ko-KR" sz="1300" dirty="0">
                <a:solidFill>
                  <a:schemeClr val="bg1"/>
                </a:solidFill>
              </a:rPr>
              <a:t>())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BookDTO</a:t>
            </a:r>
            <a:r>
              <a:rPr lang="en-US" altLang="ko-KR" sz="1300" dirty="0">
                <a:solidFill>
                  <a:schemeClr val="bg1"/>
                </a:solidFill>
              </a:rPr>
              <a:t> </a:t>
            </a:r>
            <a:r>
              <a:rPr lang="en-US" altLang="ko-KR" sz="1300" dirty="0" err="1">
                <a:solidFill>
                  <a:schemeClr val="bg1"/>
                </a:solidFill>
              </a:rPr>
              <a:t>bDTO</a:t>
            </a:r>
            <a:r>
              <a:rPr lang="en-US" altLang="ko-KR" sz="1300" dirty="0">
                <a:solidFill>
                  <a:schemeClr val="bg1"/>
                </a:solidFill>
              </a:rPr>
              <a:t> = new </a:t>
            </a:r>
            <a:r>
              <a:rPr lang="en-US" altLang="ko-KR" sz="1300" dirty="0" err="1">
                <a:solidFill>
                  <a:schemeClr val="bg1"/>
                </a:solidFill>
              </a:rPr>
              <a:t>BookDTO</a:t>
            </a:r>
            <a:r>
              <a:rPr lang="en-US" altLang="ko-KR" sz="13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bDTO.setBook</a:t>
            </a:r>
            <a:r>
              <a:rPr lang="en-US" altLang="ko-KR" sz="1300" dirty="0">
                <a:solidFill>
                  <a:schemeClr val="bg1"/>
                </a:solidFill>
              </a:rPr>
              <a:t>(</a:t>
            </a:r>
            <a:r>
              <a:rPr lang="en-US" altLang="ko-KR" sz="13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300" dirty="0">
                <a:solidFill>
                  <a:schemeClr val="bg1"/>
                </a:solidFill>
              </a:rPr>
              <a:t>("book"));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300" dirty="0">
                <a:solidFill>
                  <a:schemeClr val="bg1"/>
                </a:solidFill>
              </a:rPr>
              <a:t>(</a:t>
            </a:r>
            <a:r>
              <a:rPr lang="en-US" altLang="ko-KR" sz="1300" dirty="0" err="1">
                <a:solidFill>
                  <a:schemeClr val="bg1"/>
                </a:solidFill>
              </a:rPr>
              <a:t>bDTO.getBook</a:t>
            </a:r>
            <a:r>
              <a:rPr lang="en-US" altLang="ko-KR" sz="1300" dirty="0">
                <a:solidFill>
                  <a:schemeClr val="bg1"/>
                </a:solidFill>
              </a:rPr>
              <a:t>() + "</a:t>
            </a:r>
            <a:r>
              <a:rPr lang="ko-KR" altLang="en-US" sz="1300" dirty="0">
                <a:solidFill>
                  <a:schemeClr val="bg1"/>
                </a:solidFill>
              </a:rPr>
              <a:t>가 검색되었습니다</a:t>
            </a:r>
            <a:r>
              <a:rPr lang="en-US" altLang="ko-KR" sz="1300" dirty="0">
                <a:solidFill>
                  <a:schemeClr val="bg1"/>
                </a:solidFill>
              </a:rPr>
              <a:t>.");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    return </a:t>
            </a:r>
            <a:r>
              <a:rPr lang="en-US" altLang="ko-KR" sz="1300" dirty="0" err="1">
                <a:solidFill>
                  <a:schemeClr val="bg1"/>
                </a:solidFill>
              </a:rPr>
              <a:t>bDTO</a:t>
            </a:r>
            <a:r>
              <a:rPr lang="en-US" altLang="ko-KR" sz="1300" dirty="0">
                <a:solidFill>
                  <a:schemeClr val="bg1"/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} else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300" dirty="0">
                <a:solidFill>
                  <a:schemeClr val="bg1"/>
                </a:solidFill>
              </a:rPr>
              <a:t>("</a:t>
            </a:r>
            <a:r>
              <a:rPr lang="ko-KR" altLang="en-US" sz="1300" dirty="0">
                <a:solidFill>
                  <a:schemeClr val="bg1"/>
                </a:solidFill>
              </a:rPr>
              <a:t>검색하신 책이 없습니다</a:t>
            </a:r>
            <a:r>
              <a:rPr lang="en-US" altLang="ko-KR" sz="1300" dirty="0">
                <a:solidFill>
                  <a:schemeClr val="bg1"/>
                </a:solidFill>
              </a:rPr>
              <a:t>.");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300" dirty="0">
                <a:solidFill>
                  <a:schemeClr val="bg1"/>
                </a:solidFill>
              </a:rPr>
              <a:t>("select </a:t>
            </a:r>
            <a:r>
              <a:rPr lang="ko-KR" altLang="en-US" sz="1300" dirty="0">
                <a:solidFill>
                  <a:schemeClr val="bg1"/>
                </a:solidFill>
              </a:rPr>
              <a:t>오류</a:t>
            </a:r>
            <a:r>
              <a:rPr lang="en-US" altLang="ko-KR" sz="13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13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} finally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    </a:t>
            </a:r>
            <a:r>
              <a:rPr lang="en-US" altLang="ko-KR" sz="1300" dirty="0" err="1">
                <a:solidFill>
                  <a:schemeClr val="bg1"/>
                </a:solidFill>
              </a:rPr>
              <a:t>AccessDAO.resourcesClose</a:t>
            </a:r>
            <a:r>
              <a:rPr lang="en-US" altLang="ko-KR" sz="13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    return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300" dirty="0">
                <a:solidFill>
                  <a:schemeClr val="bg1"/>
                </a:solidFill>
              </a:rPr>
              <a:t>   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86082"/>
            <a:ext cx="9144000" cy="4071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9.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등록된 책 이름만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가져오는 메서드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public static </a:t>
            </a:r>
            <a:r>
              <a:rPr lang="en-US" altLang="ko-KR" sz="2400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dirty="0">
                <a:solidFill>
                  <a:schemeClr val="bg1"/>
                </a:solidFill>
              </a:rPr>
              <a:t>&lt;</a:t>
            </a:r>
            <a:r>
              <a:rPr lang="en-US" altLang="ko-KR" sz="2400" dirty="0" err="1">
                <a:solidFill>
                  <a:schemeClr val="bg1"/>
                </a:solidFill>
              </a:rPr>
              <a:t>BookDTO</a:t>
            </a:r>
            <a:r>
              <a:rPr lang="en-US" altLang="ko-KR" sz="2400" dirty="0">
                <a:solidFill>
                  <a:schemeClr val="bg1"/>
                </a:solidFill>
              </a:rPr>
              <a:t>&gt; </a:t>
            </a:r>
            <a:r>
              <a:rPr lang="en-US" altLang="ko-KR" sz="2400" dirty="0" err="1">
                <a:solidFill>
                  <a:schemeClr val="bg1"/>
                </a:solidFill>
              </a:rPr>
              <a:t>allBookTitle</a:t>
            </a:r>
            <a:r>
              <a:rPr lang="en-US" altLang="ko-KR" sz="2400" dirty="0">
                <a:solidFill>
                  <a:schemeClr val="bg1"/>
                </a:solidFill>
              </a:rPr>
              <a:t>()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dirty="0">
                <a:solidFill>
                  <a:schemeClr val="bg1"/>
                </a:solidFill>
              </a:rPr>
              <a:t>&lt;</a:t>
            </a:r>
            <a:r>
              <a:rPr lang="en-US" altLang="ko-KR" sz="2400" dirty="0" err="1">
                <a:solidFill>
                  <a:schemeClr val="bg1"/>
                </a:solidFill>
              </a:rPr>
              <a:t>BookDTO</a:t>
            </a:r>
            <a:r>
              <a:rPr lang="en-US" altLang="ko-KR" sz="2400" dirty="0">
                <a:solidFill>
                  <a:schemeClr val="bg1"/>
                </a:solidFill>
              </a:rPr>
              <a:t>&gt; </a:t>
            </a:r>
            <a:r>
              <a:rPr lang="en-US" altLang="ko-KR" sz="2400" dirty="0" err="1">
                <a:solidFill>
                  <a:schemeClr val="bg1"/>
                </a:solidFill>
              </a:rPr>
              <a:t>allTitle</a:t>
            </a:r>
            <a:r>
              <a:rPr lang="en-US" altLang="ko-KR" sz="2400" dirty="0">
                <a:solidFill>
                  <a:schemeClr val="bg1"/>
                </a:solidFill>
              </a:rPr>
              <a:t> = new </a:t>
            </a:r>
            <a:r>
              <a:rPr lang="en-US" altLang="ko-KR" sz="2400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dirty="0">
                <a:solidFill>
                  <a:schemeClr val="bg1"/>
                </a:solidFill>
              </a:rPr>
              <a:t>&lt;&gt;();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ResultSet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rs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trueConn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AccessDAO.getConnection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 fontScale="70000" lnSpcReduction="20000"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9.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등록된 책 이름만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가져오는 메서드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9144000" cy="600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if (</a:t>
            </a:r>
            <a:r>
              <a:rPr lang="en-US" altLang="ko-KR" sz="1400" dirty="0" err="1">
                <a:solidFill>
                  <a:schemeClr val="bg1"/>
                </a:solidFill>
              </a:rPr>
              <a:t>trueConn</a:t>
            </a:r>
            <a:r>
              <a:rPr lang="en-US" altLang="ko-KR" sz="1400" dirty="0">
                <a:solidFill>
                  <a:schemeClr val="bg1"/>
                </a:solidFill>
              </a:rPr>
              <a:t> != null)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Connection </a:t>
            </a:r>
            <a:r>
              <a:rPr lang="en-US" altLang="ko-KR" sz="1400" dirty="0" err="1">
                <a:solidFill>
                  <a:schemeClr val="bg1"/>
                </a:solidFill>
              </a:rPr>
              <a:t>conn</a:t>
            </a:r>
            <a:r>
              <a:rPr lang="en-US" altLang="ko-KR" sz="1400" dirty="0">
                <a:solidFill>
                  <a:schemeClr val="bg1"/>
                </a:solidFill>
              </a:rPr>
              <a:t> = </a:t>
            </a:r>
            <a:r>
              <a:rPr lang="en-US" altLang="ko-KR" sz="1400" dirty="0" err="1">
                <a:solidFill>
                  <a:schemeClr val="bg1"/>
                </a:solidFill>
              </a:rPr>
              <a:t>AccessDAO.getConn</a:t>
            </a:r>
            <a:r>
              <a:rPr lang="en-US" altLang="ko-KR" sz="1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String </a:t>
            </a:r>
            <a:r>
              <a:rPr lang="en-US" altLang="ko-KR" sz="1400" dirty="0" err="1">
                <a:solidFill>
                  <a:schemeClr val="bg1"/>
                </a:solidFill>
              </a:rPr>
              <a:t>sql</a:t>
            </a:r>
            <a:r>
              <a:rPr lang="en-US" altLang="ko-KR" sz="1400" dirty="0">
                <a:solidFill>
                  <a:schemeClr val="bg1"/>
                </a:solidFill>
              </a:rPr>
              <a:t> = "SELECT * FROM Book";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psmt</a:t>
            </a:r>
            <a:r>
              <a:rPr lang="en-US" altLang="ko-KR" sz="1400" dirty="0">
                <a:solidFill>
                  <a:schemeClr val="bg1"/>
                </a:solidFill>
              </a:rPr>
              <a:t> = </a:t>
            </a:r>
            <a:r>
              <a:rPr lang="en-US" altLang="ko-KR" sz="14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sql</a:t>
            </a:r>
            <a:r>
              <a:rPr lang="en-US" altLang="ko-KR" sz="14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rs</a:t>
            </a:r>
            <a:r>
              <a:rPr lang="en-US" altLang="ko-KR" sz="1400" dirty="0">
                <a:solidFill>
                  <a:schemeClr val="bg1"/>
                </a:solidFill>
              </a:rPr>
              <a:t> = </a:t>
            </a:r>
            <a:r>
              <a:rPr lang="en-US" altLang="ko-KR" sz="1400" dirty="0" err="1">
                <a:solidFill>
                  <a:schemeClr val="bg1"/>
                </a:solidFill>
              </a:rPr>
              <a:t>psmt.executeQuery</a:t>
            </a:r>
            <a:r>
              <a:rPr lang="en-US" altLang="ko-KR" sz="1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while (</a:t>
            </a:r>
            <a:r>
              <a:rPr lang="en-US" altLang="ko-KR" sz="1400" dirty="0" err="1">
                <a:solidFill>
                  <a:schemeClr val="bg1"/>
                </a:solidFill>
              </a:rPr>
              <a:t>rs.next</a:t>
            </a:r>
            <a:r>
              <a:rPr lang="en-US" altLang="ko-KR" sz="1400" dirty="0">
                <a:solidFill>
                  <a:schemeClr val="bg1"/>
                </a:solidFill>
              </a:rPr>
              <a:t>())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BookDTO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</a:rPr>
              <a:t>bookDTO</a:t>
            </a:r>
            <a:r>
              <a:rPr lang="en-US" altLang="ko-KR" sz="1400" dirty="0">
                <a:solidFill>
                  <a:schemeClr val="bg1"/>
                </a:solidFill>
              </a:rPr>
              <a:t> = new </a:t>
            </a:r>
            <a:r>
              <a:rPr lang="en-US" altLang="ko-KR" sz="1400" dirty="0" err="1">
                <a:solidFill>
                  <a:schemeClr val="bg1"/>
                </a:solidFill>
              </a:rPr>
              <a:t>BookDTO</a:t>
            </a:r>
            <a:r>
              <a:rPr lang="en-US" altLang="ko-KR" sz="1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bookDTO.setBook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400" dirty="0">
                <a:solidFill>
                  <a:schemeClr val="bg1"/>
                </a:solidFill>
              </a:rPr>
              <a:t>("book"));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bookDTO.setAuthor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400" dirty="0">
                <a:solidFill>
                  <a:schemeClr val="bg1"/>
                </a:solidFill>
              </a:rPr>
              <a:t>("author"));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bookDTO.setRec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rs.getInt</a:t>
            </a:r>
            <a:r>
              <a:rPr lang="en-US" altLang="ko-KR" sz="1400" dirty="0">
                <a:solidFill>
                  <a:schemeClr val="bg1"/>
                </a:solidFill>
              </a:rPr>
              <a:t>("</a:t>
            </a:r>
            <a:r>
              <a:rPr lang="en-US" altLang="ko-KR" sz="1400" dirty="0" err="1">
                <a:solidFill>
                  <a:schemeClr val="bg1"/>
                </a:solidFill>
              </a:rPr>
              <a:t>rec</a:t>
            </a:r>
            <a:r>
              <a:rPr lang="en-US" altLang="ko-KR" sz="1400" dirty="0">
                <a:solidFill>
                  <a:schemeClr val="bg1"/>
                </a:solidFill>
              </a:rPr>
              <a:t>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allTitle.add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bookDTO</a:t>
            </a:r>
            <a:r>
              <a:rPr lang="en-US" altLang="ko-KR" sz="14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return </a:t>
            </a:r>
            <a:r>
              <a:rPr lang="en-US" altLang="ko-KR" sz="1400" dirty="0" err="1">
                <a:solidFill>
                  <a:schemeClr val="bg1"/>
                </a:solidFill>
              </a:rPr>
              <a:t>allTitle</a:t>
            </a:r>
            <a:r>
              <a:rPr lang="en-US" altLang="ko-KR" sz="1400" dirty="0">
                <a:solidFill>
                  <a:schemeClr val="bg1"/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1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400" dirty="0">
                <a:solidFill>
                  <a:schemeClr val="bg1"/>
                </a:solidFill>
              </a:rPr>
              <a:t>("</a:t>
            </a:r>
            <a:r>
              <a:rPr lang="ko-KR" altLang="en-US" sz="1400" dirty="0">
                <a:solidFill>
                  <a:schemeClr val="bg1"/>
                </a:solidFill>
              </a:rPr>
              <a:t>오류발생</a:t>
            </a:r>
            <a:r>
              <a:rPr lang="en-US" altLang="ko-KR" sz="14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} finally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    </a:t>
            </a:r>
            <a:r>
              <a:rPr lang="en-US" altLang="ko-KR" sz="1400" dirty="0" err="1">
                <a:solidFill>
                  <a:schemeClr val="bg1"/>
                </a:solidFill>
              </a:rPr>
              <a:t>AccessDAO.resourcesClose</a:t>
            </a:r>
            <a:r>
              <a:rPr lang="en-US" altLang="ko-KR" sz="1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    return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</a:rPr>
              <a:t>    }</a:t>
            </a:r>
            <a:endParaRPr lang="en-US" altLang="ko-KR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86082"/>
            <a:ext cx="9144000" cy="4071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10. admin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계정을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리턴해주는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public static </a:t>
            </a:r>
            <a:r>
              <a:rPr lang="en-US" altLang="ko-KR" sz="2400" dirty="0" err="1">
                <a:solidFill>
                  <a:schemeClr val="bg1"/>
                </a:solidFill>
              </a:rPr>
              <a:t>MembersDTO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getAdmin</a:t>
            </a:r>
            <a:r>
              <a:rPr lang="en-US" altLang="ko-KR" sz="2400" dirty="0">
                <a:solidFill>
                  <a:schemeClr val="bg1"/>
                </a:solidFill>
              </a:rPr>
              <a:t>()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MembersDTO</a:t>
            </a:r>
            <a:r>
              <a:rPr lang="en-US" altLang="ko-KR" sz="2400" dirty="0">
                <a:solidFill>
                  <a:schemeClr val="bg1"/>
                </a:solidFill>
              </a:rPr>
              <a:t> a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ResultSet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rs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10.admin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계정을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리턴해주는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9144000" cy="600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Connection </a:t>
            </a:r>
            <a:r>
              <a:rPr lang="en-US" altLang="ko-KR" sz="2000" dirty="0" err="1">
                <a:solidFill>
                  <a:schemeClr val="bg1"/>
                </a:solidFill>
              </a:rPr>
              <a:t>conn</a:t>
            </a:r>
            <a:r>
              <a:rPr lang="en-US" altLang="ko-KR" sz="2000" dirty="0">
                <a:solidFill>
                  <a:schemeClr val="bg1"/>
                </a:solidFill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</a:rPr>
              <a:t>AccessDAO.getConn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String </a:t>
            </a:r>
            <a:r>
              <a:rPr lang="en-US" altLang="ko-KR" sz="2000" dirty="0" err="1">
                <a:solidFill>
                  <a:schemeClr val="bg1"/>
                </a:solidFill>
              </a:rPr>
              <a:t>sql</a:t>
            </a:r>
            <a:r>
              <a:rPr lang="en-US" altLang="ko-KR" sz="2000" dirty="0">
                <a:solidFill>
                  <a:schemeClr val="bg1"/>
                </a:solidFill>
              </a:rPr>
              <a:t> = "select * from Members where id = 'admin' and pw = 'human'";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psmt</a:t>
            </a:r>
            <a:r>
              <a:rPr lang="en-US" altLang="ko-KR" sz="2000" dirty="0">
                <a:solidFill>
                  <a:schemeClr val="bg1"/>
                </a:solidFill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sql</a:t>
            </a:r>
            <a:r>
              <a:rPr lang="en-US" altLang="ko-KR" sz="20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rs</a:t>
            </a:r>
            <a:r>
              <a:rPr lang="en-US" altLang="ko-KR" sz="2000" dirty="0">
                <a:solidFill>
                  <a:schemeClr val="bg1"/>
                </a:solidFill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</a:rPr>
              <a:t>psmt.executeQuery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a = new </a:t>
            </a:r>
            <a:r>
              <a:rPr lang="en-US" altLang="ko-KR" sz="2000" dirty="0" err="1">
                <a:solidFill>
                  <a:schemeClr val="bg1"/>
                </a:solidFill>
              </a:rPr>
              <a:t>MembersDTO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a.setId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rs.getString</a:t>
            </a:r>
            <a:r>
              <a:rPr lang="en-US" altLang="ko-KR" sz="2000" dirty="0">
                <a:solidFill>
                  <a:schemeClr val="bg1"/>
                </a:solidFill>
              </a:rPr>
              <a:t>("id"));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a.setPw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rs.getString</a:t>
            </a:r>
            <a:r>
              <a:rPr lang="en-US" altLang="ko-KR" sz="2000" dirty="0">
                <a:solidFill>
                  <a:schemeClr val="bg1"/>
                </a:solidFill>
              </a:rPr>
              <a:t>("pw"));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return a;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return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}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86082"/>
            <a:ext cx="9144000" cy="4071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11. 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등록된 사용자인지 검증 후 사용자 정보를 리턴해주는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public </a:t>
            </a:r>
            <a:r>
              <a:rPr lang="en-US" altLang="ko-KR" sz="2400" dirty="0" err="1">
                <a:solidFill>
                  <a:schemeClr val="bg1"/>
                </a:solidFill>
              </a:rPr>
              <a:t>MembersDTO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serUser</a:t>
            </a:r>
            <a:r>
              <a:rPr lang="en-US" altLang="ko-KR" sz="2400" dirty="0">
                <a:solidFill>
                  <a:schemeClr val="bg1"/>
                </a:solidFill>
              </a:rPr>
              <a:t>(String </a:t>
            </a:r>
            <a:r>
              <a:rPr lang="en-US" altLang="ko-KR" sz="2400" dirty="0" err="1">
                <a:solidFill>
                  <a:schemeClr val="bg1"/>
                </a:solidFill>
              </a:rPr>
              <a:t>id,String</a:t>
            </a:r>
            <a:r>
              <a:rPr lang="en-US" altLang="ko-KR" sz="2400" dirty="0">
                <a:solidFill>
                  <a:schemeClr val="bg1"/>
                </a:solidFill>
              </a:rPr>
              <a:t> pw)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ResultSet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rs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trueConn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AccessDAO.getConnection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 fontScale="62500" lnSpcReduction="20000"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11.DB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등록된 사용자인지 검증 후 사용자 정보를 리턴해주는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914400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if (</a:t>
            </a:r>
            <a:r>
              <a:rPr lang="en-US" altLang="ko-KR" sz="1200" dirty="0" err="1">
                <a:solidFill>
                  <a:schemeClr val="bg1"/>
                </a:solidFill>
              </a:rPr>
              <a:t>trueConn</a:t>
            </a:r>
            <a:r>
              <a:rPr lang="en-US" altLang="ko-KR" sz="12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Connection </a:t>
            </a:r>
            <a:r>
              <a:rPr lang="en-US" altLang="ko-KR" sz="1200" dirty="0" err="1">
                <a:solidFill>
                  <a:schemeClr val="bg1"/>
                </a:solidFill>
              </a:rPr>
              <a:t>conn</a:t>
            </a:r>
            <a:r>
              <a:rPr lang="en-US" altLang="ko-KR" sz="1200" dirty="0">
                <a:solidFill>
                  <a:schemeClr val="bg1"/>
                </a:solidFill>
              </a:rPr>
              <a:t> = </a:t>
            </a:r>
            <a:r>
              <a:rPr lang="en-US" altLang="ko-KR" sz="1200" dirty="0" err="1">
                <a:solidFill>
                  <a:schemeClr val="bg1"/>
                </a:solidFill>
              </a:rPr>
              <a:t>AccessDAO.getConn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String </a:t>
            </a:r>
            <a:r>
              <a:rPr lang="en-US" altLang="ko-KR" sz="1200" dirty="0" err="1">
                <a:solidFill>
                  <a:schemeClr val="bg1"/>
                </a:solidFill>
              </a:rPr>
              <a:t>sql</a:t>
            </a:r>
            <a:r>
              <a:rPr lang="en-US" altLang="ko-KR" sz="1200" dirty="0">
                <a:solidFill>
                  <a:schemeClr val="bg1"/>
                </a:solidFill>
              </a:rPr>
              <a:t> = "select * from members where id=? and pw=?";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psmt</a:t>
            </a:r>
            <a:r>
              <a:rPr lang="en-US" altLang="ko-KR" sz="1200" dirty="0">
                <a:solidFill>
                  <a:schemeClr val="bg1"/>
                </a:solidFill>
              </a:rPr>
              <a:t> = </a:t>
            </a:r>
            <a:r>
              <a:rPr lang="en-US" altLang="ko-KR" sz="12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sql</a:t>
            </a:r>
            <a:r>
              <a:rPr lang="en-US" altLang="ko-KR" sz="12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200" dirty="0">
                <a:solidFill>
                  <a:schemeClr val="bg1"/>
                </a:solidFill>
              </a:rPr>
              <a:t>(1, id);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200" dirty="0">
                <a:solidFill>
                  <a:schemeClr val="bg1"/>
                </a:solidFill>
              </a:rPr>
              <a:t>(2, pw);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rs</a:t>
            </a:r>
            <a:r>
              <a:rPr lang="en-US" altLang="ko-KR" sz="1200" dirty="0">
                <a:solidFill>
                  <a:schemeClr val="bg1"/>
                </a:solidFill>
              </a:rPr>
              <a:t> = </a:t>
            </a:r>
            <a:r>
              <a:rPr lang="en-US" altLang="ko-KR" sz="1200" dirty="0" err="1">
                <a:solidFill>
                  <a:schemeClr val="bg1"/>
                </a:solidFill>
              </a:rPr>
              <a:t>psmt.executeQuery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if (</a:t>
            </a:r>
            <a:r>
              <a:rPr lang="en-US" altLang="ko-KR" sz="1200" dirty="0" err="1">
                <a:solidFill>
                  <a:schemeClr val="bg1"/>
                </a:solidFill>
              </a:rPr>
              <a:t>rs.next</a:t>
            </a:r>
            <a:r>
              <a:rPr lang="en-US" altLang="ko-KR" sz="1200" dirty="0">
                <a:solidFill>
                  <a:schemeClr val="bg1"/>
                </a:solidFill>
              </a:rPr>
              <a:t>())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MembersDTO</a:t>
            </a:r>
            <a:r>
              <a:rPr lang="en-US" altLang="ko-KR" sz="1200" dirty="0">
                <a:solidFill>
                  <a:schemeClr val="bg1"/>
                </a:solidFill>
              </a:rPr>
              <a:t> m = new </a:t>
            </a:r>
            <a:r>
              <a:rPr lang="en-US" altLang="ko-KR" sz="1200" dirty="0" err="1">
                <a:solidFill>
                  <a:schemeClr val="bg1"/>
                </a:solidFill>
              </a:rPr>
              <a:t>MembersDTO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m.setId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200" dirty="0">
                <a:solidFill>
                  <a:schemeClr val="bg1"/>
                </a:solidFill>
              </a:rPr>
              <a:t>("id"));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m.setPw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200" dirty="0">
                <a:solidFill>
                  <a:schemeClr val="bg1"/>
                </a:solidFill>
              </a:rPr>
              <a:t>("pw"));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m.setName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200" dirty="0">
                <a:solidFill>
                  <a:schemeClr val="bg1"/>
                </a:solidFill>
              </a:rPr>
              <a:t>("name"));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m.setPoint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rs.getInt</a:t>
            </a:r>
            <a:r>
              <a:rPr lang="en-US" altLang="ko-KR" sz="1200" dirty="0">
                <a:solidFill>
                  <a:schemeClr val="bg1"/>
                </a:solidFill>
              </a:rPr>
              <a:t>("point"));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200" dirty="0">
                <a:solidFill>
                  <a:schemeClr val="bg1"/>
                </a:solidFill>
              </a:rPr>
              <a:t>("</a:t>
            </a:r>
            <a:r>
              <a:rPr lang="ko-KR" altLang="en-US" sz="1200" dirty="0" err="1">
                <a:solidFill>
                  <a:schemeClr val="bg1"/>
                </a:solidFill>
              </a:rPr>
              <a:t>로그인이</a:t>
            </a:r>
            <a:r>
              <a:rPr lang="ko-KR" altLang="en-US" sz="1200" dirty="0">
                <a:solidFill>
                  <a:schemeClr val="bg1"/>
                </a:solidFill>
              </a:rPr>
              <a:t> 완료되었습니다</a:t>
            </a:r>
            <a:r>
              <a:rPr lang="en-US" altLang="ko-KR" sz="12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return m;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} else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200" dirty="0">
                <a:solidFill>
                  <a:schemeClr val="bg1"/>
                </a:solidFill>
              </a:rPr>
              <a:t>("</a:t>
            </a:r>
            <a:r>
              <a:rPr lang="ko-KR" altLang="en-US" sz="1200" dirty="0">
                <a:solidFill>
                  <a:schemeClr val="bg1"/>
                </a:solidFill>
              </a:rPr>
              <a:t>등록된 회원 정보가 없습니다</a:t>
            </a:r>
            <a:r>
              <a:rPr lang="en-US" altLang="ko-KR" sz="12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return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200" dirty="0">
                <a:solidFill>
                  <a:schemeClr val="bg1"/>
                </a:solidFill>
              </a:rPr>
              <a:t>("select </a:t>
            </a:r>
            <a:r>
              <a:rPr lang="ko-KR" altLang="en-US" sz="1200" dirty="0">
                <a:solidFill>
                  <a:schemeClr val="bg1"/>
                </a:solidFill>
              </a:rPr>
              <a:t>오류</a:t>
            </a:r>
            <a:r>
              <a:rPr lang="en-US" altLang="ko-KR" sz="12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} finally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AccessDAO.resourcesClose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} return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86082"/>
            <a:ext cx="9144000" cy="4071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12.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회원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가입시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 전달하여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Members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테이블에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Insert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처리 해주는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public </a:t>
            </a:r>
            <a:r>
              <a:rPr lang="en-US" altLang="ko-KR" sz="2400" dirty="0" err="1">
                <a:solidFill>
                  <a:schemeClr val="bg1"/>
                </a:solidFill>
              </a:rPr>
              <a:t>MembersDTO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memberAdd</a:t>
            </a:r>
            <a:r>
              <a:rPr lang="en-US" altLang="ko-KR" sz="2400" dirty="0">
                <a:solidFill>
                  <a:schemeClr val="bg1"/>
                </a:solidFill>
              </a:rPr>
              <a:t>(</a:t>
            </a:r>
            <a:r>
              <a:rPr lang="en-US" altLang="ko-KR" sz="2400" dirty="0" err="1">
                <a:solidFill>
                  <a:schemeClr val="bg1"/>
                </a:solidFill>
              </a:rPr>
              <a:t>MembersDTO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tmpM</a:t>
            </a:r>
            <a:r>
              <a:rPr lang="en-US" altLang="ko-KR" sz="24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trueConn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AccessDAO.getConnection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Connection </a:t>
            </a:r>
            <a:r>
              <a:rPr lang="en-US" altLang="ko-KR" sz="2400" dirty="0" err="1">
                <a:solidFill>
                  <a:schemeClr val="bg1"/>
                </a:solidFill>
              </a:rPr>
              <a:t>conn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 fontScale="62500" lnSpcReduction="20000"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12.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회원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가입시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 전달하여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Members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테이블에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Insert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처리 해주는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914400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if (</a:t>
            </a:r>
            <a:r>
              <a:rPr lang="en-US" altLang="ko-KR" sz="1200" dirty="0" err="1">
                <a:solidFill>
                  <a:schemeClr val="bg1"/>
                </a:solidFill>
              </a:rPr>
              <a:t>trueConn</a:t>
            </a:r>
            <a:r>
              <a:rPr lang="en-US" altLang="ko-KR" sz="12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conn</a:t>
            </a:r>
            <a:r>
              <a:rPr lang="en-US" altLang="ko-KR" sz="1200" dirty="0">
                <a:solidFill>
                  <a:schemeClr val="bg1"/>
                </a:solidFill>
              </a:rPr>
              <a:t> = </a:t>
            </a:r>
            <a:r>
              <a:rPr lang="en-US" altLang="ko-KR" sz="1200" dirty="0" err="1">
                <a:solidFill>
                  <a:schemeClr val="bg1"/>
                </a:solidFill>
              </a:rPr>
              <a:t>AccessDAO.getConn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String </a:t>
            </a:r>
            <a:r>
              <a:rPr lang="en-US" altLang="ko-KR" sz="1200" dirty="0" err="1">
                <a:solidFill>
                  <a:schemeClr val="bg1"/>
                </a:solidFill>
              </a:rPr>
              <a:t>sql</a:t>
            </a:r>
            <a:r>
              <a:rPr lang="en-US" altLang="ko-KR" sz="1200" dirty="0">
                <a:solidFill>
                  <a:schemeClr val="bg1"/>
                </a:solidFill>
              </a:rPr>
              <a:t> = "insert into Members values (?,?,?,?)";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psmt</a:t>
            </a:r>
            <a:r>
              <a:rPr lang="en-US" altLang="ko-KR" sz="1200" dirty="0">
                <a:solidFill>
                  <a:schemeClr val="bg1"/>
                </a:solidFill>
              </a:rPr>
              <a:t> = </a:t>
            </a:r>
            <a:r>
              <a:rPr lang="en-US" altLang="ko-KR" sz="12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sql</a:t>
            </a:r>
            <a:r>
              <a:rPr lang="en-US" altLang="ko-KR" sz="12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200" dirty="0">
                <a:solidFill>
                  <a:schemeClr val="bg1"/>
                </a:solidFill>
              </a:rPr>
              <a:t>(1, </a:t>
            </a:r>
            <a:r>
              <a:rPr lang="en-US" altLang="ko-KR" sz="1200" dirty="0" err="1">
                <a:solidFill>
                  <a:schemeClr val="bg1"/>
                </a:solidFill>
              </a:rPr>
              <a:t>tmpM.getId</a:t>
            </a:r>
            <a:r>
              <a:rPr lang="en-US" altLang="ko-KR" sz="1200" dirty="0">
                <a:solidFill>
                  <a:schemeClr val="bg1"/>
                </a:solidFill>
              </a:rPr>
              <a:t>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200" dirty="0">
                <a:solidFill>
                  <a:schemeClr val="bg1"/>
                </a:solidFill>
              </a:rPr>
              <a:t>(2, </a:t>
            </a:r>
            <a:r>
              <a:rPr lang="en-US" altLang="ko-KR" sz="1200" dirty="0" err="1">
                <a:solidFill>
                  <a:schemeClr val="bg1"/>
                </a:solidFill>
              </a:rPr>
              <a:t>tmpM.getPw</a:t>
            </a:r>
            <a:r>
              <a:rPr lang="en-US" altLang="ko-KR" sz="1200" dirty="0">
                <a:solidFill>
                  <a:schemeClr val="bg1"/>
                </a:solidFill>
              </a:rPr>
              <a:t>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200" dirty="0">
                <a:solidFill>
                  <a:schemeClr val="bg1"/>
                </a:solidFill>
              </a:rPr>
              <a:t>(3, </a:t>
            </a:r>
            <a:r>
              <a:rPr lang="en-US" altLang="ko-KR" sz="1200" dirty="0" err="1">
                <a:solidFill>
                  <a:schemeClr val="bg1"/>
                </a:solidFill>
              </a:rPr>
              <a:t>tmpM.getName</a:t>
            </a:r>
            <a:r>
              <a:rPr lang="en-US" altLang="ko-KR" sz="1200" dirty="0">
                <a:solidFill>
                  <a:schemeClr val="bg1"/>
                </a:solidFill>
              </a:rPr>
              <a:t>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psmt.setInt</a:t>
            </a:r>
            <a:r>
              <a:rPr lang="en-US" altLang="ko-KR" sz="1200" dirty="0">
                <a:solidFill>
                  <a:schemeClr val="bg1"/>
                </a:solidFill>
              </a:rPr>
              <a:t>(4, </a:t>
            </a:r>
            <a:r>
              <a:rPr lang="en-US" altLang="ko-KR" sz="1200" dirty="0" err="1">
                <a:solidFill>
                  <a:schemeClr val="bg1"/>
                </a:solidFill>
              </a:rPr>
              <a:t>tmpM.getPoint</a:t>
            </a:r>
            <a:r>
              <a:rPr lang="en-US" altLang="ko-KR" sz="1200" dirty="0">
                <a:solidFill>
                  <a:schemeClr val="bg1"/>
                </a:solidFill>
              </a:rPr>
              <a:t>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int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resultInt</a:t>
            </a:r>
            <a:r>
              <a:rPr lang="en-US" altLang="ko-KR" sz="1200" dirty="0">
                <a:solidFill>
                  <a:schemeClr val="bg1"/>
                </a:solidFill>
              </a:rPr>
              <a:t> = </a:t>
            </a:r>
            <a:r>
              <a:rPr lang="en-US" altLang="ko-KR" sz="1200" dirty="0" err="1">
                <a:solidFill>
                  <a:schemeClr val="bg1"/>
                </a:solidFill>
              </a:rPr>
              <a:t>psmt.executeUpdate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if ( </a:t>
            </a:r>
            <a:r>
              <a:rPr lang="en-US" altLang="ko-KR" sz="1200" dirty="0" err="1">
                <a:solidFill>
                  <a:schemeClr val="bg1"/>
                </a:solidFill>
              </a:rPr>
              <a:t>resultInt</a:t>
            </a:r>
            <a:r>
              <a:rPr lang="en-US" altLang="ko-KR" sz="1200" dirty="0">
                <a:solidFill>
                  <a:schemeClr val="bg1"/>
                </a:solidFill>
              </a:rPr>
              <a:t> &lt;= 0 )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200" dirty="0">
                <a:solidFill>
                  <a:schemeClr val="bg1"/>
                </a:solidFill>
              </a:rPr>
              <a:t>("</a:t>
            </a:r>
            <a:r>
              <a:rPr lang="ko-KR" altLang="en-US" sz="1200" dirty="0">
                <a:solidFill>
                  <a:schemeClr val="bg1"/>
                </a:solidFill>
              </a:rPr>
              <a:t>중복된 </a:t>
            </a:r>
            <a:r>
              <a:rPr lang="en-US" altLang="ko-KR" sz="1200" dirty="0">
                <a:solidFill>
                  <a:schemeClr val="bg1"/>
                </a:solidFill>
              </a:rPr>
              <a:t>ID</a:t>
            </a:r>
            <a:r>
              <a:rPr lang="ko-KR" altLang="en-US" sz="1200" dirty="0">
                <a:solidFill>
                  <a:schemeClr val="bg1"/>
                </a:solidFill>
              </a:rPr>
              <a:t>입니다 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다시 가입하세요 </a:t>
            </a:r>
            <a:r>
              <a:rPr lang="en-US" altLang="ko-KR" sz="12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return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} else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tmpM.getName</a:t>
            </a:r>
            <a:r>
              <a:rPr lang="en-US" altLang="ko-KR" sz="1200" dirty="0">
                <a:solidFill>
                  <a:schemeClr val="bg1"/>
                </a:solidFill>
              </a:rPr>
              <a:t>() + "</a:t>
            </a:r>
            <a:r>
              <a:rPr lang="ko-KR" altLang="en-US" sz="1200" dirty="0">
                <a:solidFill>
                  <a:schemeClr val="bg1"/>
                </a:solidFill>
              </a:rPr>
              <a:t>님 회원가입 완료</a:t>
            </a:r>
            <a:r>
              <a:rPr lang="en-US" altLang="ko-KR" sz="12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    return </a:t>
            </a:r>
            <a:r>
              <a:rPr lang="en-US" altLang="ko-KR" sz="1200" dirty="0" err="1">
                <a:solidFill>
                  <a:schemeClr val="bg1"/>
                </a:solidFill>
              </a:rPr>
              <a:t>tmpM</a:t>
            </a:r>
            <a:r>
              <a:rPr lang="en-US" altLang="ko-KR" sz="1200" dirty="0">
                <a:solidFill>
                  <a:schemeClr val="bg1"/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200" dirty="0">
                <a:solidFill>
                  <a:schemeClr val="bg1"/>
                </a:solidFill>
              </a:rPr>
              <a:t>("</a:t>
            </a:r>
            <a:r>
              <a:rPr lang="ko-KR" altLang="en-US" sz="1200" dirty="0">
                <a:solidFill>
                  <a:schemeClr val="bg1"/>
                </a:solidFill>
              </a:rPr>
              <a:t>회원가입 오류</a:t>
            </a:r>
            <a:r>
              <a:rPr lang="en-US" altLang="ko-KR" sz="12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} finally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AccessDAO.resourcesClose</a:t>
            </a:r>
            <a:r>
              <a:rPr lang="en-US" altLang="ko-KR" sz="12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</a:t>
            </a:r>
            <a:r>
              <a:rPr lang="en-US" altLang="ko-KR" sz="12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200" dirty="0">
                <a:solidFill>
                  <a:schemeClr val="bg1"/>
                </a:solidFill>
              </a:rPr>
              <a:t>("</a:t>
            </a:r>
            <a:r>
              <a:rPr lang="ko-KR" altLang="en-US" sz="1200" dirty="0">
                <a:solidFill>
                  <a:schemeClr val="bg1"/>
                </a:solidFill>
              </a:rPr>
              <a:t>커넥션오류</a:t>
            </a:r>
            <a:r>
              <a:rPr lang="en-US" altLang="ko-KR" sz="12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    return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2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86082"/>
            <a:ext cx="9144000" cy="4071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13.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리뷰 삭제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public static void </a:t>
            </a:r>
            <a:r>
              <a:rPr lang="en-US" altLang="ko-KR" sz="2400" dirty="0" err="1">
                <a:solidFill>
                  <a:schemeClr val="bg1"/>
                </a:solidFill>
              </a:rPr>
              <a:t>reviewDel</a:t>
            </a:r>
            <a:r>
              <a:rPr lang="en-US" altLang="ko-KR" sz="2400" dirty="0">
                <a:solidFill>
                  <a:schemeClr val="bg1"/>
                </a:solidFill>
              </a:rPr>
              <a:t>(</a:t>
            </a:r>
            <a:r>
              <a:rPr lang="en-US" altLang="ko-KR" sz="2400" dirty="0" err="1">
                <a:solidFill>
                  <a:schemeClr val="bg1"/>
                </a:solidFill>
              </a:rPr>
              <a:t>int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delReviewNum</a:t>
            </a:r>
            <a:r>
              <a:rPr lang="en-US" altLang="ko-KR" sz="2400" dirty="0">
                <a:solidFill>
                  <a:schemeClr val="bg1"/>
                </a:solidFill>
              </a:rPr>
              <a:t>){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trueConn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AccessDAO.getConnection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13. 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리뷰 삭제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9144000" cy="600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if (</a:t>
            </a:r>
            <a:r>
              <a:rPr lang="en-US" altLang="ko-KR" sz="2000" dirty="0" err="1">
                <a:solidFill>
                  <a:schemeClr val="bg1"/>
                </a:solidFill>
              </a:rPr>
              <a:t>trueConn</a:t>
            </a:r>
            <a:r>
              <a:rPr lang="en-US" altLang="ko-KR" sz="20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Connection </a:t>
            </a:r>
            <a:r>
              <a:rPr lang="en-US" altLang="ko-KR" sz="2000" dirty="0" err="1">
                <a:solidFill>
                  <a:schemeClr val="bg1"/>
                </a:solidFill>
              </a:rPr>
              <a:t>conn</a:t>
            </a:r>
            <a:r>
              <a:rPr lang="en-US" altLang="ko-KR" sz="2000" dirty="0">
                <a:solidFill>
                  <a:schemeClr val="bg1"/>
                </a:solidFill>
              </a:rPr>
              <a:t>= </a:t>
            </a:r>
            <a:r>
              <a:rPr lang="en-US" altLang="ko-KR" sz="2000" dirty="0" err="1">
                <a:solidFill>
                  <a:schemeClr val="bg1"/>
                </a:solidFill>
              </a:rPr>
              <a:t>AccessDAO.getConn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String </a:t>
            </a:r>
            <a:r>
              <a:rPr lang="en-US" altLang="ko-KR" sz="2000" dirty="0" err="1">
                <a:solidFill>
                  <a:schemeClr val="bg1"/>
                </a:solidFill>
              </a:rPr>
              <a:t>sql</a:t>
            </a:r>
            <a:r>
              <a:rPr lang="en-US" altLang="ko-KR" sz="2000" dirty="0">
                <a:solidFill>
                  <a:schemeClr val="bg1"/>
                </a:solidFill>
              </a:rPr>
              <a:t> = "delete from review where </a:t>
            </a:r>
            <a:r>
              <a:rPr lang="en-US" altLang="ko-KR" sz="2000" dirty="0" err="1">
                <a:solidFill>
                  <a:schemeClr val="bg1"/>
                </a:solidFill>
              </a:rPr>
              <a:t>rnum</a:t>
            </a:r>
            <a:r>
              <a:rPr lang="en-US" altLang="ko-KR" sz="2000" dirty="0">
                <a:solidFill>
                  <a:schemeClr val="bg1"/>
                </a:solidFill>
              </a:rPr>
              <a:t>=?";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psmt</a:t>
            </a:r>
            <a:r>
              <a:rPr lang="en-US" altLang="ko-KR" sz="2000" dirty="0">
                <a:solidFill>
                  <a:schemeClr val="bg1"/>
                </a:solidFill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sql</a:t>
            </a:r>
            <a:r>
              <a:rPr lang="en-US" altLang="ko-KR" sz="20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psmt.setInt</a:t>
            </a:r>
            <a:r>
              <a:rPr lang="en-US" altLang="ko-KR" sz="2000" dirty="0">
                <a:solidFill>
                  <a:schemeClr val="bg1"/>
                </a:solidFill>
              </a:rPr>
              <a:t>(1,delReviewNum);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int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</a:rPr>
              <a:t>resultInt</a:t>
            </a:r>
            <a:r>
              <a:rPr lang="en-US" altLang="ko-KR" sz="2000" dirty="0">
                <a:solidFill>
                  <a:schemeClr val="bg1"/>
                </a:solidFill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</a:rPr>
              <a:t>psmt.executeUpdate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resultInt</a:t>
            </a:r>
            <a:r>
              <a:rPr lang="en-US" altLang="ko-KR" sz="2000" dirty="0">
                <a:solidFill>
                  <a:schemeClr val="bg1"/>
                </a:solidFill>
              </a:rPr>
              <a:t> + "</a:t>
            </a:r>
            <a:r>
              <a:rPr lang="ko-KR" altLang="en-US" sz="2000" dirty="0">
                <a:solidFill>
                  <a:schemeClr val="bg1"/>
                </a:solidFill>
              </a:rPr>
              <a:t>건 삭제 성공</a:t>
            </a:r>
            <a:r>
              <a:rPr lang="en-US" altLang="ko-KR" sz="20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2000" dirty="0">
                <a:solidFill>
                  <a:schemeClr val="bg1"/>
                </a:solidFill>
              </a:rPr>
              <a:t>("delete </a:t>
            </a:r>
            <a:r>
              <a:rPr lang="ko-KR" altLang="en-US" sz="2000" dirty="0">
                <a:solidFill>
                  <a:schemeClr val="bg1"/>
                </a:solidFill>
              </a:rPr>
              <a:t>오류</a:t>
            </a:r>
            <a:r>
              <a:rPr lang="en-US" altLang="ko-KR" sz="20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} finally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    </a:t>
            </a:r>
            <a:r>
              <a:rPr lang="en-US" altLang="ko-KR" sz="2000" dirty="0" err="1">
                <a:solidFill>
                  <a:schemeClr val="bg1"/>
                </a:solidFill>
              </a:rPr>
              <a:t>AccessDAO.resourcesClose</a:t>
            </a:r>
            <a:r>
              <a:rPr lang="en-US" altLang="ko-KR" sz="20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000" dirty="0">
                <a:solidFill>
                  <a:schemeClr val="bg1"/>
                </a:solidFill>
              </a:rPr>
              <a:t>    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86082"/>
            <a:ext cx="9144000" cy="4071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14.DB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 입력된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Review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테이블에 </a:t>
            </a:r>
            <a:r>
              <a:rPr lang="en-US" altLang="ko-KR" sz="3000" dirty="0" err="1">
                <a:latin typeface="궁서" pitchFamily="18" charset="-127"/>
                <a:ea typeface="궁서" pitchFamily="18" charset="-127"/>
              </a:rPr>
              <a:t>rtext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레코드를 수정하는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public void </a:t>
            </a:r>
            <a:r>
              <a:rPr lang="en-US" altLang="ko-KR" sz="2400" dirty="0" err="1">
                <a:solidFill>
                  <a:schemeClr val="bg1"/>
                </a:solidFill>
              </a:rPr>
              <a:t>reviewMod</a:t>
            </a:r>
            <a:r>
              <a:rPr lang="en-US" altLang="ko-KR" sz="2400" dirty="0">
                <a:solidFill>
                  <a:schemeClr val="bg1"/>
                </a:solidFill>
              </a:rPr>
              <a:t>(</a:t>
            </a:r>
            <a:r>
              <a:rPr lang="en-US" altLang="ko-KR" sz="2400" dirty="0" err="1">
                <a:solidFill>
                  <a:schemeClr val="bg1"/>
                </a:solidFill>
              </a:rPr>
              <a:t>int</a:t>
            </a:r>
            <a:r>
              <a:rPr lang="en-US" altLang="ko-KR" sz="2400" dirty="0">
                <a:solidFill>
                  <a:schemeClr val="bg1"/>
                </a:solidFill>
              </a:rPr>
              <a:t> num, String </a:t>
            </a:r>
            <a:r>
              <a:rPr lang="en-US" altLang="ko-KR" sz="2400" dirty="0" err="1">
                <a:solidFill>
                  <a:schemeClr val="bg1"/>
                </a:solidFill>
              </a:rPr>
              <a:t>rtext</a:t>
            </a:r>
            <a:r>
              <a:rPr lang="en-US" altLang="ko-KR" sz="24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trueConn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AccessDAO.getConnection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 fontScale="62500" lnSpcReduction="20000"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14.DB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 입력된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Review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테이블에 </a:t>
            </a:r>
            <a:r>
              <a:rPr lang="en-US" altLang="ko-KR" sz="3000" dirty="0" err="1">
                <a:latin typeface="궁서" pitchFamily="18" charset="-127"/>
                <a:ea typeface="궁서" pitchFamily="18" charset="-127"/>
              </a:rPr>
              <a:t>rtext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레코드를 수정하는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914400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if (</a:t>
            </a:r>
            <a:r>
              <a:rPr lang="en-US" altLang="ko-KR" dirty="0" err="1">
                <a:solidFill>
                  <a:schemeClr val="bg1"/>
                </a:solidFill>
              </a:rPr>
              <a:t>trueConn</a:t>
            </a:r>
            <a:r>
              <a:rPr lang="en-US" altLang="ko-KR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Connection </a:t>
            </a:r>
            <a:r>
              <a:rPr lang="en-US" altLang="ko-KR" dirty="0" err="1">
                <a:solidFill>
                  <a:schemeClr val="bg1"/>
                </a:solidFill>
              </a:rPr>
              <a:t>conn</a:t>
            </a:r>
            <a:r>
              <a:rPr lang="en-US" altLang="ko-KR" dirty="0">
                <a:solidFill>
                  <a:schemeClr val="bg1"/>
                </a:solidFill>
              </a:rPr>
              <a:t>= </a:t>
            </a:r>
            <a:r>
              <a:rPr lang="en-US" altLang="ko-KR" dirty="0" err="1">
                <a:solidFill>
                  <a:schemeClr val="bg1"/>
                </a:solidFill>
              </a:rPr>
              <a:t>AccessDAO.getConn</a:t>
            </a:r>
            <a:r>
              <a:rPr lang="en-US" altLang="ko-KR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String </a:t>
            </a:r>
            <a:r>
              <a:rPr lang="en-US" altLang="ko-KR" dirty="0" err="1">
                <a:solidFill>
                  <a:schemeClr val="bg1"/>
                </a:solidFill>
              </a:rPr>
              <a:t>sql</a:t>
            </a:r>
            <a:r>
              <a:rPr lang="en-US" altLang="ko-KR" dirty="0">
                <a:solidFill>
                  <a:schemeClr val="bg1"/>
                </a:solidFill>
              </a:rPr>
              <a:t> = "update review set </a:t>
            </a:r>
            <a:r>
              <a:rPr lang="en-US" altLang="ko-KR" dirty="0" err="1">
                <a:solidFill>
                  <a:schemeClr val="bg1"/>
                </a:solidFill>
              </a:rPr>
              <a:t>rtext</a:t>
            </a:r>
            <a:r>
              <a:rPr lang="en-US" altLang="ko-KR" dirty="0">
                <a:solidFill>
                  <a:schemeClr val="bg1"/>
                </a:solidFill>
              </a:rPr>
              <a:t>=? where </a:t>
            </a:r>
            <a:r>
              <a:rPr lang="en-US" altLang="ko-KR" dirty="0" err="1">
                <a:solidFill>
                  <a:schemeClr val="bg1"/>
                </a:solidFill>
              </a:rPr>
              <a:t>rnum</a:t>
            </a:r>
            <a:r>
              <a:rPr lang="en-US" altLang="ko-KR" dirty="0">
                <a:solidFill>
                  <a:schemeClr val="bg1"/>
                </a:solidFill>
              </a:rPr>
              <a:t>=?";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</a:t>
            </a:r>
            <a:r>
              <a:rPr lang="en-US" altLang="ko-KR" dirty="0" err="1">
                <a:solidFill>
                  <a:schemeClr val="bg1"/>
                </a:solidFill>
              </a:rPr>
              <a:t>psmt</a:t>
            </a:r>
            <a:r>
              <a:rPr lang="en-US" altLang="ko-KR" dirty="0">
                <a:solidFill>
                  <a:schemeClr val="bg1"/>
                </a:solidFill>
              </a:rPr>
              <a:t> = </a:t>
            </a:r>
            <a:r>
              <a:rPr lang="en-US" altLang="ko-KR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en-US" altLang="ko-KR" dirty="0" err="1">
                <a:solidFill>
                  <a:schemeClr val="bg1"/>
                </a:solidFill>
              </a:rPr>
              <a:t>sql</a:t>
            </a:r>
            <a:r>
              <a:rPr lang="en-US" altLang="ko-KR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</a:t>
            </a:r>
            <a:r>
              <a:rPr lang="en-US" altLang="ko-KR" dirty="0" err="1">
                <a:solidFill>
                  <a:schemeClr val="bg1"/>
                </a:solidFill>
              </a:rPr>
              <a:t>psmt.setString</a:t>
            </a:r>
            <a:r>
              <a:rPr lang="en-US" altLang="ko-KR" dirty="0">
                <a:solidFill>
                  <a:schemeClr val="bg1"/>
                </a:solidFill>
              </a:rPr>
              <a:t>(1,rtext);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</a:t>
            </a:r>
            <a:r>
              <a:rPr lang="en-US" altLang="ko-KR" dirty="0" err="1">
                <a:solidFill>
                  <a:schemeClr val="bg1"/>
                </a:solidFill>
              </a:rPr>
              <a:t>psmt.setInt</a:t>
            </a:r>
            <a:r>
              <a:rPr lang="en-US" altLang="ko-KR" dirty="0">
                <a:solidFill>
                  <a:schemeClr val="bg1"/>
                </a:solidFill>
              </a:rPr>
              <a:t>(2,num);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</a:t>
            </a:r>
            <a:r>
              <a:rPr lang="en-US" altLang="ko-KR" dirty="0" err="1">
                <a:solidFill>
                  <a:schemeClr val="bg1"/>
                </a:solidFill>
              </a:rPr>
              <a:t>int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 err="1">
                <a:solidFill>
                  <a:schemeClr val="bg1"/>
                </a:solidFill>
              </a:rPr>
              <a:t>resultInt</a:t>
            </a:r>
            <a:r>
              <a:rPr lang="en-US" altLang="ko-KR" dirty="0">
                <a:solidFill>
                  <a:schemeClr val="bg1"/>
                </a:solidFill>
              </a:rPr>
              <a:t> = </a:t>
            </a:r>
            <a:r>
              <a:rPr lang="en-US" altLang="ko-KR" dirty="0" err="1">
                <a:solidFill>
                  <a:schemeClr val="bg1"/>
                </a:solidFill>
              </a:rPr>
              <a:t>psmt.executeUpdate</a:t>
            </a:r>
            <a:r>
              <a:rPr lang="en-US" altLang="ko-KR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</a:t>
            </a:r>
            <a:r>
              <a:rPr lang="en-US" altLang="ko-KR" dirty="0" err="1">
                <a:solidFill>
                  <a:schemeClr val="bg1"/>
                </a:solidFill>
              </a:rPr>
              <a:t>System.out.println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en-US" altLang="ko-KR" dirty="0" err="1">
                <a:solidFill>
                  <a:schemeClr val="bg1"/>
                </a:solidFill>
              </a:rPr>
              <a:t>resultInt</a:t>
            </a:r>
            <a:r>
              <a:rPr lang="en-US" altLang="ko-KR" dirty="0">
                <a:solidFill>
                  <a:schemeClr val="bg1"/>
                </a:solidFill>
              </a:rPr>
              <a:t> + "</a:t>
            </a:r>
            <a:r>
              <a:rPr lang="ko-KR" altLang="en-US" dirty="0">
                <a:solidFill>
                  <a:schemeClr val="bg1"/>
                </a:solidFill>
              </a:rPr>
              <a:t>건 삽입 성공</a:t>
            </a:r>
            <a:r>
              <a:rPr lang="en-US" altLang="ko-KR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</a:t>
            </a:r>
            <a:r>
              <a:rPr lang="en-US" altLang="ko-KR" dirty="0" err="1">
                <a:solidFill>
                  <a:schemeClr val="bg1"/>
                </a:solidFill>
              </a:rPr>
              <a:t>System.out.println</a:t>
            </a:r>
            <a:r>
              <a:rPr lang="en-US" altLang="ko-KR" dirty="0">
                <a:solidFill>
                  <a:schemeClr val="bg1"/>
                </a:solidFill>
              </a:rPr>
              <a:t>("UPDATE </a:t>
            </a:r>
            <a:r>
              <a:rPr lang="ko-KR" altLang="en-US" dirty="0">
                <a:solidFill>
                  <a:schemeClr val="bg1"/>
                </a:solidFill>
              </a:rPr>
              <a:t>오류</a:t>
            </a:r>
            <a:r>
              <a:rPr lang="en-US" altLang="ko-KR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</a:t>
            </a:r>
            <a:r>
              <a:rPr lang="en-US" altLang="ko-KR" dirty="0" err="1">
                <a:solidFill>
                  <a:schemeClr val="bg1"/>
                </a:solidFill>
              </a:rPr>
              <a:t>e.printStackTrace</a:t>
            </a:r>
            <a:r>
              <a:rPr lang="en-US" altLang="ko-KR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} finally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    </a:t>
            </a:r>
            <a:r>
              <a:rPr lang="en-US" altLang="ko-KR" dirty="0" err="1">
                <a:solidFill>
                  <a:schemeClr val="bg1"/>
                </a:solidFill>
              </a:rPr>
              <a:t>AccessDAO.resourcesClose</a:t>
            </a:r>
            <a:r>
              <a:rPr lang="en-US" altLang="ko-KR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endParaRPr lang="en-US" altLang="ko-KR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dirty="0">
                <a:solidFill>
                  <a:schemeClr val="bg1"/>
                </a:solidFill>
              </a:rPr>
              <a:t>    }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86082"/>
            <a:ext cx="9144000" cy="4071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ko-KR" altLang="en-US" sz="2800" dirty="0">
              <a:latin typeface="궁서" pitchFamily="18" charset="-127"/>
              <a:ea typeface="궁서" pitchFamily="18" charset="-127"/>
            </a:endParaRPr>
          </a:p>
          <a:p>
            <a:pPr algn="ctr">
              <a:buNone/>
            </a:pPr>
            <a:r>
              <a:rPr lang="en-US" altLang="ko-KR" sz="2800" dirty="0">
                <a:latin typeface="궁서" pitchFamily="18" charset="-127"/>
                <a:ea typeface="궁서" pitchFamily="18" charset="-127"/>
              </a:rPr>
              <a:t>15.DB</a:t>
            </a:r>
            <a:r>
              <a:rPr lang="ko-KR" altLang="en-US" sz="2800" dirty="0">
                <a:latin typeface="궁서" pitchFamily="18" charset="-127"/>
                <a:ea typeface="궁서" pitchFamily="18" charset="-127"/>
              </a:rPr>
              <a:t>에 정의된 </a:t>
            </a:r>
            <a:r>
              <a:rPr lang="en-US" altLang="ko-KR" sz="2800" dirty="0">
                <a:latin typeface="궁서" pitchFamily="18" charset="-127"/>
                <a:ea typeface="궁서" pitchFamily="18" charset="-127"/>
              </a:rPr>
              <a:t>Review</a:t>
            </a:r>
            <a:r>
              <a:rPr lang="ko-KR" altLang="en-US" sz="2800" dirty="0">
                <a:latin typeface="궁서" pitchFamily="18" charset="-127"/>
                <a:ea typeface="궁서" pitchFamily="18" charset="-127"/>
              </a:rPr>
              <a:t>테이블에 </a:t>
            </a:r>
            <a:r>
              <a:rPr lang="en-US" altLang="ko-KR" sz="2800" dirty="0">
                <a:latin typeface="궁서" pitchFamily="18" charset="-127"/>
                <a:ea typeface="궁서" pitchFamily="18" charset="-127"/>
              </a:rPr>
              <a:t>insert</a:t>
            </a:r>
            <a:r>
              <a:rPr lang="ko-KR" altLang="en-US" sz="2800" dirty="0">
                <a:latin typeface="궁서" pitchFamily="18" charset="-127"/>
                <a:ea typeface="궁서" pitchFamily="18" charset="-127"/>
              </a:rPr>
              <a:t>처리 </a:t>
            </a:r>
            <a:r>
              <a:rPr lang="ko-KR" altLang="en-US" sz="28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28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public void </a:t>
            </a:r>
            <a:r>
              <a:rPr lang="en-US" altLang="ko-KR" sz="2400" dirty="0" err="1">
                <a:solidFill>
                  <a:schemeClr val="bg1"/>
                </a:solidFill>
              </a:rPr>
              <a:t>reviewAdd</a:t>
            </a:r>
            <a:r>
              <a:rPr lang="en-US" altLang="ko-KR" sz="2400" dirty="0">
                <a:solidFill>
                  <a:schemeClr val="bg1"/>
                </a:solidFill>
              </a:rPr>
              <a:t>(</a:t>
            </a:r>
            <a:r>
              <a:rPr lang="en-US" altLang="ko-KR" sz="2400" dirty="0" err="1">
                <a:solidFill>
                  <a:schemeClr val="bg1"/>
                </a:solidFill>
              </a:rPr>
              <a:t>ReviewDTO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reviewDTO</a:t>
            </a:r>
            <a:r>
              <a:rPr lang="en-US" altLang="ko-KR" sz="24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trueConn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AccessDAO.getConnection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altLang="ko-KR" sz="2000" dirty="0">
                <a:latin typeface="궁서" pitchFamily="18" charset="-127"/>
                <a:ea typeface="궁서" pitchFamily="18" charset="-127"/>
              </a:rPr>
              <a:t>15.DB</a:t>
            </a:r>
            <a:r>
              <a:rPr lang="ko-KR" altLang="en-US" sz="2000" dirty="0">
                <a:latin typeface="궁서" pitchFamily="18" charset="-127"/>
                <a:ea typeface="궁서" pitchFamily="18" charset="-127"/>
              </a:rPr>
              <a:t>에 정의된 </a:t>
            </a:r>
            <a:r>
              <a:rPr lang="en-US" altLang="ko-KR" sz="2000" dirty="0">
                <a:latin typeface="궁서" pitchFamily="18" charset="-127"/>
                <a:ea typeface="궁서" pitchFamily="18" charset="-127"/>
              </a:rPr>
              <a:t>Review</a:t>
            </a:r>
            <a:r>
              <a:rPr lang="ko-KR" altLang="en-US" sz="2000" dirty="0">
                <a:latin typeface="궁서" pitchFamily="18" charset="-127"/>
                <a:ea typeface="궁서" pitchFamily="18" charset="-127"/>
              </a:rPr>
              <a:t>테이블에 </a:t>
            </a:r>
            <a:r>
              <a:rPr lang="en-US" altLang="ko-KR" sz="2000" dirty="0">
                <a:latin typeface="궁서" pitchFamily="18" charset="-127"/>
                <a:ea typeface="궁서" pitchFamily="18" charset="-127"/>
              </a:rPr>
              <a:t>insert</a:t>
            </a:r>
            <a:r>
              <a:rPr lang="ko-KR" altLang="en-US" sz="2000" dirty="0">
                <a:latin typeface="궁서" pitchFamily="18" charset="-127"/>
                <a:ea typeface="궁서" pitchFamily="18" charset="-127"/>
              </a:rPr>
              <a:t>처리 </a:t>
            </a:r>
            <a:r>
              <a:rPr lang="ko-KR" altLang="en-US" sz="2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2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9144000" cy="614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if (</a:t>
            </a:r>
            <a:r>
              <a:rPr lang="en-US" altLang="ko-KR" sz="1600" dirty="0" err="1">
                <a:solidFill>
                  <a:schemeClr val="bg1"/>
                </a:solidFill>
              </a:rPr>
              <a:t>trueConn</a:t>
            </a:r>
            <a:r>
              <a:rPr lang="en-US" altLang="ko-KR" sz="16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Connection </a:t>
            </a:r>
            <a:r>
              <a:rPr lang="en-US" altLang="ko-KR" sz="1600" dirty="0" err="1">
                <a:solidFill>
                  <a:schemeClr val="bg1"/>
                </a:solidFill>
              </a:rPr>
              <a:t>conn</a:t>
            </a:r>
            <a:r>
              <a:rPr lang="en-US" altLang="ko-KR" sz="1600" dirty="0">
                <a:solidFill>
                  <a:schemeClr val="bg1"/>
                </a:solidFill>
              </a:rPr>
              <a:t>= </a:t>
            </a:r>
            <a:r>
              <a:rPr lang="en-US" altLang="ko-KR" sz="1600" dirty="0" err="1">
                <a:solidFill>
                  <a:schemeClr val="bg1"/>
                </a:solidFill>
              </a:rPr>
              <a:t>AccessDAO.getConn</a:t>
            </a:r>
            <a:r>
              <a:rPr lang="en-US" altLang="ko-KR" sz="16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String </a:t>
            </a:r>
            <a:r>
              <a:rPr lang="en-US" altLang="ko-KR" sz="1600" dirty="0" err="1">
                <a:solidFill>
                  <a:schemeClr val="bg1"/>
                </a:solidFill>
              </a:rPr>
              <a:t>sql</a:t>
            </a:r>
            <a:r>
              <a:rPr lang="en-US" altLang="ko-KR" sz="1600" dirty="0">
                <a:solidFill>
                  <a:schemeClr val="bg1"/>
                </a:solidFill>
              </a:rPr>
              <a:t> = "insert into Review values(</a:t>
            </a:r>
            <a:r>
              <a:rPr lang="en-US" altLang="ko-KR" sz="1600" dirty="0" err="1">
                <a:solidFill>
                  <a:schemeClr val="bg1"/>
                </a:solidFill>
              </a:rPr>
              <a:t>Review_no.NEXTval,?,?,?,?,default</a:t>
            </a:r>
            <a:r>
              <a:rPr lang="en-US" altLang="ko-KR" sz="1600" dirty="0">
                <a:solidFill>
                  <a:schemeClr val="bg1"/>
                </a:solidFill>
              </a:rPr>
              <a:t>)";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psmt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en-US" altLang="ko-KR" sz="1600" dirty="0" err="1">
                <a:solidFill>
                  <a:schemeClr val="bg1"/>
                </a:solidFill>
              </a:rPr>
              <a:t>sql</a:t>
            </a:r>
            <a:r>
              <a:rPr lang="en-US" altLang="ko-KR" sz="16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600" dirty="0">
                <a:solidFill>
                  <a:schemeClr val="bg1"/>
                </a:solidFill>
              </a:rPr>
              <a:t>(1,reviewDTO.getBook());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600" dirty="0">
                <a:solidFill>
                  <a:schemeClr val="bg1"/>
                </a:solidFill>
              </a:rPr>
              <a:t>(2,reviewDTO.getRtext());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psmt.setInt</a:t>
            </a:r>
            <a:r>
              <a:rPr lang="en-US" altLang="ko-KR" sz="1600" dirty="0">
                <a:solidFill>
                  <a:schemeClr val="bg1"/>
                </a:solidFill>
              </a:rPr>
              <a:t>(3,reviewDTO.getRec());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600" dirty="0">
                <a:solidFill>
                  <a:schemeClr val="bg1"/>
                </a:solidFill>
              </a:rPr>
              <a:t>(4,reviewDTO.getId());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int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</a:rPr>
              <a:t>resultInt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psmt.executeUpdate</a:t>
            </a:r>
            <a:r>
              <a:rPr lang="en-US" altLang="ko-KR" sz="16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en-US" altLang="ko-KR" sz="1600" dirty="0" err="1">
                <a:solidFill>
                  <a:schemeClr val="bg1"/>
                </a:solidFill>
              </a:rPr>
              <a:t>resultInt</a:t>
            </a:r>
            <a:r>
              <a:rPr lang="en-US" altLang="ko-KR" sz="1600" dirty="0">
                <a:solidFill>
                  <a:schemeClr val="bg1"/>
                </a:solidFill>
              </a:rPr>
              <a:t> + "</a:t>
            </a:r>
            <a:r>
              <a:rPr lang="ko-KR" altLang="en-US" sz="1600" dirty="0">
                <a:solidFill>
                  <a:schemeClr val="bg1"/>
                </a:solidFill>
              </a:rPr>
              <a:t>건 삽입 성공</a:t>
            </a:r>
            <a:r>
              <a:rPr lang="en-US" altLang="ko-KR" sz="16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600" dirty="0">
                <a:solidFill>
                  <a:schemeClr val="bg1"/>
                </a:solidFill>
              </a:rPr>
              <a:t>("insert </a:t>
            </a:r>
            <a:r>
              <a:rPr lang="ko-KR" altLang="en-US" sz="1600" dirty="0">
                <a:solidFill>
                  <a:schemeClr val="bg1"/>
                </a:solidFill>
              </a:rPr>
              <a:t>오류</a:t>
            </a:r>
            <a:r>
              <a:rPr lang="en-US" altLang="ko-KR" sz="16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16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} finally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AccessDAO.resourcesClose</a:t>
            </a:r>
            <a:r>
              <a:rPr lang="en-US" altLang="ko-KR" sz="16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}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2786082"/>
            <a:ext cx="9144000" cy="4071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785794"/>
            <a:ext cx="8143900" cy="2786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16.DB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 입력된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ID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기준 리뷰목록을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Select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한 뒤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리턴해주는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2714620"/>
            <a:ext cx="9144000" cy="4143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public </a:t>
            </a:r>
            <a:r>
              <a:rPr lang="en-US" altLang="ko-KR" sz="2400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dirty="0">
                <a:solidFill>
                  <a:schemeClr val="bg1"/>
                </a:solidFill>
              </a:rPr>
              <a:t>&lt;</a:t>
            </a:r>
            <a:r>
              <a:rPr lang="en-US" altLang="ko-KR" sz="2400" dirty="0" err="1">
                <a:solidFill>
                  <a:schemeClr val="bg1"/>
                </a:solidFill>
              </a:rPr>
              <a:t>ReviewDTO</a:t>
            </a:r>
            <a:r>
              <a:rPr lang="en-US" altLang="ko-KR" sz="2400" dirty="0">
                <a:solidFill>
                  <a:schemeClr val="bg1"/>
                </a:solidFill>
              </a:rPr>
              <a:t>&gt; </a:t>
            </a:r>
            <a:r>
              <a:rPr lang="en-US" altLang="ko-KR" sz="2400" dirty="0" err="1">
                <a:solidFill>
                  <a:schemeClr val="bg1"/>
                </a:solidFill>
              </a:rPr>
              <a:t>returnReviewId</a:t>
            </a:r>
            <a:r>
              <a:rPr lang="en-US" altLang="ko-KR" sz="2400" dirty="0">
                <a:solidFill>
                  <a:schemeClr val="bg1"/>
                </a:solidFill>
              </a:rPr>
              <a:t>(String ser, </a:t>
            </a:r>
            <a:r>
              <a:rPr lang="en-US" altLang="ko-KR" sz="2400" dirty="0" err="1">
                <a:solidFill>
                  <a:schemeClr val="bg1"/>
                </a:solidFill>
              </a:rPr>
              <a:t>int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sel</a:t>
            </a:r>
            <a:r>
              <a:rPr lang="en-US" altLang="ko-KR" sz="24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Boolean </a:t>
            </a:r>
            <a:r>
              <a:rPr lang="en-US" altLang="ko-KR" sz="2400" dirty="0" err="1">
                <a:solidFill>
                  <a:schemeClr val="bg1"/>
                </a:solidFill>
              </a:rPr>
              <a:t>conntrue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AccessDAO.getConnection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dirty="0">
                <a:solidFill>
                  <a:schemeClr val="bg1"/>
                </a:solidFill>
              </a:rPr>
              <a:t>&lt;</a:t>
            </a:r>
            <a:r>
              <a:rPr lang="en-US" altLang="ko-KR" sz="2400" dirty="0" err="1">
                <a:solidFill>
                  <a:schemeClr val="bg1"/>
                </a:solidFill>
              </a:rPr>
              <a:t>ReviewDTO</a:t>
            </a:r>
            <a:r>
              <a:rPr lang="en-US" altLang="ko-KR" sz="2400" dirty="0">
                <a:solidFill>
                  <a:schemeClr val="bg1"/>
                </a:solidFill>
              </a:rPr>
              <a:t>&gt; </a:t>
            </a:r>
            <a:r>
              <a:rPr lang="en-US" altLang="ko-KR" sz="2400" dirty="0" err="1">
                <a:solidFill>
                  <a:schemeClr val="bg1"/>
                </a:solidFill>
              </a:rPr>
              <a:t>rlist</a:t>
            </a:r>
            <a:r>
              <a:rPr lang="en-US" altLang="ko-KR" sz="2400" dirty="0">
                <a:solidFill>
                  <a:schemeClr val="bg1"/>
                </a:solidFill>
              </a:rPr>
              <a:t> = new </a:t>
            </a:r>
            <a:r>
              <a:rPr lang="en-US" altLang="ko-KR" sz="2400" dirty="0" err="1">
                <a:solidFill>
                  <a:schemeClr val="bg1"/>
                </a:solidFill>
              </a:rPr>
              <a:t>ArrayList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Connection </a:t>
            </a:r>
            <a:r>
              <a:rPr lang="en-US" altLang="ko-KR" sz="2400" dirty="0" err="1">
                <a:solidFill>
                  <a:schemeClr val="bg1"/>
                </a:solidFill>
              </a:rPr>
              <a:t>conn</a:t>
            </a:r>
            <a:r>
              <a:rPr lang="en-US" altLang="ko-KR" sz="2400" dirty="0">
                <a:solidFill>
                  <a:schemeClr val="bg1"/>
                </a:solidFill>
              </a:rPr>
              <a:t> = </a:t>
            </a:r>
            <a:r>
              <a:rPr lang="en-US" altLang="ko-KR" sz="2400" dirty="0" err="1">
                <a:solidFill>
                  <a:schemeClr val="bg1"/>
                </a:solidFill>
              </a:rPr>
              <a:t>AccessDAO.getConn</a:t>
            </a:r>
            <a:r>
              <a:rPr lang="en-US" altLang="ko-KR" sz="24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PreparedStatement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psmt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2400" dirty="0">
                <a:solidFill>
                  <a:schemeClr val="bg1"/>
                </a:solidFill>
              </a:rPr>
              <a:t>        </a:t>
            </a:r>
            <a:r>
              <a:rPr lang="en-US" altLang="ko-KR" sz="2400" dirty="0" err="1">
                <a:solidFill>
                  <a:schemeClr val="bg1"/>
                </a:solidFill>
              </a:rPr>
              <a:t>ResultSet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</a:rPr>
              <a:t>rs</a:t>
            </a:r>
            <a:r>
              <a:rPr lang="en-US" altLang="ko-KR" sz="2400" dirty="0">
                <a:solidFill>
                  <a:schemeClr val="bg1"/>
                </a:solidFill>
              </a:rPr>
              <a:t> = null;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00462" y="0"/>
            <a:ext cx="5643570" cy="571480"/>
          </a:xfrm>
        </p:spPr>
        <p:txBody>
          <a:bodyPr>
            <a:normAutofit fontScale="62500" lnSpcReduction="20000"/>
          </a:bodyPr>
          <a:lstStyle/>
          <a:p>
            <a:pPr algn="ctr">
              <a:buNone/>
            </a:pP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16.DB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 입력된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ID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기준 리뷰목록을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DB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에서 </a:t>
            </a:r>
            <a:r>
              <a:rPr lang="en-US" altLang="ko-KR" sz="3000" dirty="0">
                <a:latin typeface="궁서" pitchFamily="18" charset="-127"/>
                <a:ea typeface="궁서" pitchFamily="18" charset="-127"/>
              </a:rPr>
              <a:t>Select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한 뒤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리턴해주는</a:t>
            </a:r>
            <a:r>
              <a:rPr lang="ko-KR" altLang="en-US" sz="30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000" dirty="0" err="1">
                <a:latin typeface="궁서" pitchFamily="18" charset="-127"/>
                <a:ea typeface="궁서" pitchFamily="18" charset="-127"/>
              </a:rPr>
              <a:t>메서드</a:t>
            </a:r>
            <a:endParaRPr lang="ko-KR" altLang="en-US" sz="3000" dirty="0">
              <a:latin typeface="궁서" pitchFamily="18" charset="-127"/>
              <a:ea typeface="궁서" pitchFamily="18" charset="-127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714356"/>
            <a:ext cx="9144000" cy="6143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0" y="714356"/>
            <a:ext cx="4643438" cy="600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if (</a:t>
            </a:r>
            <a:r>
              <a:rPr lang="en-US" altLang="ko-KR" sz="1600" dirty="0" err="1">
                <a:solidFill>
                  <a:schemeClr val="bg1"/>
                </a:solidFill>
              </a:rPr>
              <a:t>conntrue</a:t>
            </a:r>
            <a:r>
              <a:rPr lang="en-US" altLang="ko-KR" sz="1600" dirty="0">
                <a:solidFill>
                  <a:schemeClr val="bg1"/>
                </a:solidFill>
              </a:rPr>
              <a:t>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try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if(</a:t>
            </a:r>
            <a:r>
              <a:rPr lang="en-US" altLang="ko-KR" sz="1600" dirty="0" err="1">
                <a:solidFill>
                  <a:schemeClr val="bg1"/>
                </a:solidFill>
              </a:rPr>
              <a:t>sel</a:t>
            </a:r>
            <a:r>
              <a:rPr lang="en-US" altLang="ko-KR" sz="1600" dirty="0">
                <a:solidFill>
                  <a:schemeClr val="bg1"/>
                </a:solidFill>
              </a:rPr>
              <a:t>==6) { // </a:t>
            </a:r>
            <a:r>
              <a:rPr lang="ko-KR" altLang="en-US" sz="1600" dirty="0">
                <a:solidFill>
                  <a:schemeClr val="bg1"/>
                </a:solidFill>
              </a:rPr>
              <a:t>정확한 도서명을 전달받아 </a:t>
            </a:r>
            <a:r>
              <a:rPr lang="en-US" altLang="ko-KR" sz="1600" dirty="0">
                <a:solidFill>
                  <a:schemeClr val="bg1"/>
                </a:solidFill>
              </a:rPr>
              <a:t>select </a:t>
            </a:r>
            <a:r>
              <a:rPr lang="ko-KR" altLang="en-US" sz="1600" dirty="0">
                <a:solidFill>
                  <a:schemeClr val="bg1"/>
                </a:solidFill>
              </a:rPr>
              <a:t>결과 전달받음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String </a:t>
            </a:r>
            <a:r>
              <a:rPr lang="en-US" altLang="ko-KR" sz="1600" dirty="0" err="1">
                <a:solidFill>
                  <a:schemeClr val="bg1"/>
                </a:solidFill>
              </a:rPr>
              <a:t>sql</a:t>
            </a:r>
            <a:r>
              <a:rPr lang="en-US" altLang="ko-KR" sz="1600" dirty="0">
                <a:solidFill>
                  <a:schemeClr val="bg1"/>
                </a:solidFill>
              </a:rPr>
              <a:t> = "select * from review where book=?";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 err="1">
                <a:solidFill>
                  <a:schemeClr val="bg1"/>
                </a:solidFill>
              </a:rPr>
              <a:t>psmt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en-US" altLang="ko-KR" sz="1600" dirty="0" err="1">
                <a:solidFill>
                  <a:schemeClr val="bg1"/>
                </a:solidFill>
              </a:rPr>
              <a:t>sql</a:t>
            </a:r>
            <a:r>
              <a:rPr lang="en-US" altLang="ko-KR" sz="16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600" dirty="0">
                <a:solidFill>
                  <a:schemeClr val="bg1"/>
                </a:solidFill>
              </a:rPr>
              <a:t>(1, ser);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}else { // </a:t>
            </a:r>
            <a:r>
              <a:rPr lang="ko-KR" altLang="en-US" sz="1600" dirty="0" err="1">
                <a:solidFill>
                  <a:schemeClr val="bg1"/>
                </a:solidFill>
              </a:rPr>
              <a:t>로그인된</a:t>
            </a:r>
            <a:r>
              <a:rPr lang="ko-KR" altLang="en-US" sz="1600" dirty="0">
                <a:solidFill>
                  <a:schemeClr val="bg1"/>
                </a:solidFill>
              </a:rPr>
              <a:t> </a:t>
            </a:r>
            <a:r>
              <a:rPr lang="en-US" altLang="ko-KR" sz="1600" dirty="0">
                <a:solidFill>
                  <a:schemeClr val="bg1"/>
                </a:solidFill>
              </a:rPr>
              <a:t>Id</a:t>
            </a:r>
            <a:r>
              <a:rPr lang="ko-KR" altLang="en-US" sz="1600" dirty="0">
                <a:solidFill>
                  <a:schemeClr val="bg1"/>
                </a:solidFill>
              </a:rPr>
              <a:t>로 </a:t>
            </a:r>
            <a:r>
              <a:rPr lang="en-US" altLang="ko-KR" sz="1600" dirty="0">
                <a:solidFill>
                  <a:schemeClr val="bg1"/>
                </a:solidFill>
              </a:rPr>
              <a:t>select</a:t>
            </a:r>
            <a:r>
              <a:rPr lang="ko-KR" altLang="en-US" sz="1600" dirty="0">
                <a:solidFill>
                  <a:schemeClr val="bg1"/>
                </a:solidFill>
              </a:rPr>
              <a:t>하여 결과 전달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String </a:t>
            </a:r>
            <a:r>
              <a:rPr lang="en-US" altLang="ko-KR" sz="1600" dirty="0" err="1">
                <a:solidFill>
                  <a:schemeClr val="bg1"/>
                </a:solidFill>
              </a:rPr>
              <a:t>sql</a:t>
            </a:r>
            <a:r>
              <a:rPr lang="en-US" altLang="ko-KR" sz="1600" dirty="0">
                <a:solidFill>
                  <a:schemeClr val="bg1"/>
                </a:solidFill>
              </a:rPr>
              <a:t> = "select * from review where id=?";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 err="1">
                <a:solidFill>
                  <a:schemeClr val="bg1"/>
                </a:solidFill>
              </a:rPr>
              <a:t>psmt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conn.prepareStatement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en-US" altLang="ko-KR" sz="1600" dirty="0" err="1">
                <a:solidFill>
                  <a:schemeClr val="bg1"/>
                </a:solidFill>
              </a:rPr>
              <a:t>sql</a:t>
            </a:r>
            <a:r>
              <a:rPr lang="en-US" altLang="ko-KR" sz="16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 err="1">
                <a:solidFill>
                  <a:schemeClr val="bg1"/>
                </a:solidFill>
              </a:rPr>
              <a:t>psmt.setString</a:t>
            </a:r>
            <a:r>
              <a:rPr lang="en-US" altLang="ko-KR" sz="1600" dirty="0">
                <a:solidFill>
                  <a:schemeClr val="bg1"/>
                </a:solidFill>
              </a:rPr>
              <a:t>(1, ser);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</a:rPr>
              <a:t>rs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psmt.executeQuery</a:t>
            </a:r>
            <a:r>
              <a:rPr lang="en-US" altLang="ko-KR" sz="1600" dirty="0">
                <a:solidFill>
                  <a:schemeClr val="bg1"/>
                </a:solidFill>
              </a:rPr>
              <a:t>(); // </a:t>
            </a:r>
            <a:r>
              <a:rPr lang="ko-KR" altLang="en-US" sz="1600" dirty="0">
                <a:solidFill>
                  <a:schemeClr val="bg1"/>
                </a:solidFill>
              </a:rPr>
              <a:t>결과 참조 가능하도록 연결</a:t>
            </a:r>
          </a:p>
          <a:p>
            <a:pPr marL="342900" lvl="0" indent="-342900">
              <a:spcBef>
                <a:spcPct val="20000"/>
              </a:spcBef>
            </a:pPr>
            <a:r>
              <a:rPr lang="ko-KR" altLang="en-US" sz="1600" dirty="0">
                <a:solidFill>
                  <a:schemeClr val="bg1"/>
                </a:solidFill>
              </a:rPr>
              <a:t>               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4714876" y="866756"/>
            <a:ext cx="4429124" cy="600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while(</a:t>
            </a:r>
            <a:r>
              <a:rPr lang="en-US" altLang="ko-KR" sz="1500" dirty="0" err="1">
                <a:solidFill>
                  <a:schemeClr val="bg1"/>
                </a:solidFill>
              </a:rPr>
              <a:t>rs.next</a:t>
            </a:r>
            <a:r>
              <a:rPr lang="en-US" altLang="ko-KR" sz="1500" dirty="0">
                <a:solidFill>
                  <a:schemeClr val="bg1"/>
                </a:solidFill>
              </a:rPr>
              <a:t>())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ReviewDTO</a:t>
            </a:r>
            <a:r>
              <a:rPr lang="en-US" altLang="ko-KR" sz="1500" dirty="0">
                <a:solidFill>
                  <a:schemeClr val="bg1"/>
                </a:solidFill>
              </a:rPr>
              <a:t> </a:t>
            </a:r>
            <a:r>
              <a:rPr lang="en-US" altLang="ko-KR" sz="1500" dirty="0" err="1">
                <a:solidFill>
                  <a:schemeClr val="bg1"/>
                </a:solidFill>
              </a:rPr>
              <a:t>rDTO</a:t>
            </a:r>
            <a:r>
              <a:rPr lang="en-US" altLang="ko-KR" sz="1500" dirty="0">
                <a:solidFill>
                  <a:schemeClr val="bg1"/>
                </a:solidFill>
              </a:rPr>
              <a:t> = new </a:t>
            </a:r>
            <a:r>
              <a:rPr lang="en-US" altLang="ko-KR" sz="1500" dirty="0" err="1">
                <a:solidFill>
                  <a:schemeClr val="bg1"/>
                </a:solidFill>
              </a:rPr>
              <a:t>ReviewDTO</a:t>
            </a:r>
            <a:r>
              <a:rPr lang="en-US" altLang="ko-KR" sz="15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rDTO.setRnum</a:t>
            </a:r>
            <a:r>
              <a:rPr lang="en-US" altLang="ko-KR" sz="1500" dirty="0">
                <a:solidFill>
                  <a:schemeClr val="bg1"/>
                </a:solidFill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</a:rPr>
              <a:t>rs.getInt</a:t>
            </a:r>
            <a:r>
              <a:rPr lang="en-US" altLang="ko-KR" sz="1500" dirty="0">
                <a:solidFill>
                  <a:schemeClr val="bg1"/>
                </a:solidFill>
              </a:rPr>
              <a:t>("</a:t>
            </a:r>
            <a:r>
              <a:rPr lang="en-US" altLang="ko-KR" sz="1500" dirty="0" err="1">
                <a:solidFill>
                  <a:schemeClr val="bg1"/>
                </a:solidFill>
              </a:rPr>
              <a:t>rnum</a:t>
            </a:r>
            <a:r>
              <a:rPr lang="en-US" altLang="ko-KR" sz="1500" dirty="0">
                <a:solidFill>
                  <a:schemeClr val="bg1"/>
                </a:solidFill>
              </a:rPr>
              <a:t>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rDTO.setBook</a:t>
            </a:r>
            <a:r>
              <a:rPr lang="en-US" altLang="ko-KR" sz="1500" dirty="0">
                <a:solidFill>
                  <a:schemeClr val="bg1"/>
                </a:solidFill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500" dirty="0">
                <a:solidFill>
                  <a:schemeClr val="bg1"/>
                </a:solidFill>
              </a:rPr>
              <a:t>("book"));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rDTO.setRtext</a:t>
            </a:r>
            <a:r>
              <a:rPr lang="en-US" altLang="ko-KR" sz="1500" dirty="0">
                <a:solidFill>
                  <a:schemeClr val="bg1"/>
                </a:solidFill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500" dirty="0">
                <a:solidFill>
                  <a:schemeClr val="bg1"/>
                </a:solidFill>
              </a:rPr>
              <a:t>("</a:t>
            </a:r>
            <a:r>
              <a:rPr lang="en-US" altLang="ko-KR" sz="1500" dirty="0" err="1">
                <a:solidFill>
                  <a:schemeClr val="bg1"/>
                </a:solidFill>
              </a:rPr>
              <a:t>rtext</a:t>
            </a:r>
            <a:r>
              <a:rPr lang="en-US" altLang="ko-KR" sz="1500" dirty="0">
                <a:solidFill>
                  <a:schemeClr val="bg1"/>
                </a:solidFill>
              </a:rPr>
              <a:t>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rDTO.setRec</a:t>
            </a:r>
            <a:r>
              <a:rPr lang="en-US" altLang="ko-KR" sz="1500" dirty="0">
                <a:solidFill>
                  <a:schemeClr val="bg1"/>
                </a:solidFill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</a:rPr>
              <a:t>rs.getInt</a:t>
            </a:r>
            <a:r>
              <a:rPr lang="en-US" altLang="ko-KR" sz="1500" dirty="0">
                <a:solidFill>
                  <a:schemeClr val="bg1"/>
                </a:solidFill>
              </a:rPr>
              <a:t>("</a:t>
            </a:r>
            <a:r>
              <a:rPr lang="en-US" altLang="ko-KR" sz="1500" dirty="0" err="1">
                <a:solidFill>
                  <a:schemeClr val="bg1"/>
                </a:solidFill>
              </a:rPr>
              <a:t>rec</a:t>
            </a:r>
            <a:r>
              <a:rPr lang="en-US" altLang="ko-KR" sz="1500" dirty="0">
                <a:solidFill>
                  <a:schemeClr val="bg1"/>
                </a:solidFill>
              </a:rPr>
              <a:t>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rDTO.setId</a:t>
            </a:r>
            <a:r>
              <a:rPr lang="en-US" altLang="ko-KR" sz="1500" dirty="0">
                <a:solidFill>
                  <a:schemeClr val="bg1"/>
                </a:solidFill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</a:rPr>
              <a:t>rs.getString</a:t>
            </a:r>
            <a:r>
              <a:rPr lang="en-US" altLang="ko-KR" sz="1500" dirty="0">
                <a:solidFill>
                  <a:schemeClr val="bg1"/>
                </a:solidFill>
              </a:rPr>
              <a:t>("id"));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rlist.add</a:t>
            </a:r>
            <a:r>
              <a:rPr lang="en-US" altLang="ko-KR" sz="1500" dirty="0">
                <a:solidFill>
                  <a:schemeClr val="bg1"/>
                </a:solidFill>
              </a:rPr>
              <a:t>(</a:t>
            </a:r>
            <a:r>
              <a:rPr lang="en-US" altLang="ko-KR" sz="1500" dirty="0" err="1">
                <a:solidFill>
                  <a:schemeClr val="bg1"/>
                </a:solidFill>
              </a:rPr>
              <a:t>rDTO</a:t>
            </a:r>
            <a:r>
              <a:rPr lang="en-US" altLang="ko-KR" sz="1500" dirty="0">
                <a:solidFill>
                  <a:schemeClr val="bg1"/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} catch (Exception e)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e.printStackTrace</a:t>
            </a:r>
            <a:r>
              <a:rPr lang="en-US" altLang="ko-KR" sz="1500" dirty="0">
                <a:solidFill>
                  <a:schemeClr val="bg1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    </a:t>
            </a:r>
            <a:r>
              <a:rPr lang="en-US" altLang="ko-KR" sz="1500" dirty="0" err="1">
                <a:solidFill>
                  <a:schemeClr val="bg1"/>
                </a:solidFill>
              </a:rPr>
              <a:t>System.out.println</a:t>
            </a:r>
            <a:r>
              <a:rPr lang="en-US" altLang="ko-KR" sz="1500" dirty="0">
                <a:solidFill>
                  <a:schemeClr val="bg1"/>
                </a:solidFill>
              </a:rPr>
              <a:t>("</a:t>
            </a:r>
            <a:r>
              <a:rPr lang="ko-KR" altLang="en-US" sz="1500" dirty="0">
                <a:solidFill>
                  <a:schemeClr val="bg1"/>
                </a:solidFill>
              </a:rPr>
              <a:t>리뷰 조회 실패</a:t>
            </a:r>
            <a:r>
              <a:rPr lang="en-US" altLang="ko-KR" sz="1500" dirty="0">
                <a:solidFill>
                  <a:schemeClr val="bg1"/>
                </a:solidFill>
              </a:rPr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    return </a:t>
            </a:r>
            <a:r>
              <a:rPr lang="en-US" altLang="ko-KR" sz="1500" dirty="0" err="1">
                <a:solidFill>
                  <a:schemeClr val="bg1"/>
                </a:solidFill>
              </a:rPr>
              <a:t>rlist</a:t>
            </a:r>
            <a:r>
              <a:rPr lang="en-US" altLang="ko-KR" sz="1500" dirty="0">
                <a:solidFill>
                  <a:schemeClr val="bg1"/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    }</a:t>
            </a:r>
          </a:p>
          <a:p>
            <a:pPr marL="342900" lvl="0" indent="-342900">
              <a:spcBef>
                <a:spcPct val="20000"/>
              </a:spcBef>
            </a:pPr>
            <a:endParaRPr lang="en-US" altLang="ko-KR" sz="1500" dirty="0">
              <a:solidFill>
                <a:schemeClr val="bg1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ko-KR" sz="15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608796" y="1785926"/>
            <a:ext cx="2526048" cy="16687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Program	</a:t>
            </a:r>
            <a:endParaRPr lang="ko-KR" altLang="en-US" sz="28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276785" y="1785926"/>
            <a:ext cx="2526048" cy="16687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err="1"/>
              <a:t>membershipRounge</a:t>
            </a:r>
            <a:endParaRPr lang="ko-KR" altLang="en-US" sz="28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608796" y="3612410"/>
            <a:ext cx="2526048" cy="16687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function</a:t>
            </a:r>
            <a:endParaRPr lang="ko-KR" altLang="en-US" sz="28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276785" y="3612410"/>
            <a:ext cx="2526048" cy="16687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DTO</a:t>
            </a:r>
            <a:endParaRPr lang="ko-KR" altLang="en-US" sz="28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5929322" y="1785926"/>
            <a:ext cx="2526048" cy="16687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err="1"/>
              <a:t>infoDesk</a:t>
            </a:r>
            <a:endParaRPr lang="ko-KR" altLang="en-US" sz="28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5929322" y="3612410"/>
            <a:ext cx="2526048" cy="16687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DAO</a:t>
            </a:r>
            <a:endParaRPr lang="ko-KR" altLang="en-US" sz="2800" dirty="0"/>
          </a:p>
        </p:txBody>
      </p:sp>
      <p:graphicFrame>
        <p:nvGraphicFramePr>
          <p:cNvPr id="12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857488" y="785794"/>
            <a:ext cx="3643338" cy="114300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dirty="0"/>
              <a:t>Program	</a:t>
            </a:r>
            <a:endParaRPr lang="ko-KR" altLang="en-US" sz="54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2928926" y="2441708"/>
            <a:ext cx="3299073" cy="3299073"/>
            <a:chOff x="3713454" y="470568"/>
            <a:chExt cx="3299073" cy="3299073"/>
          </a:xfrm>
        </p:grpSpPr>
        <p:sp>
          <p:nvSpPr>
            <p:cNvPr id="11" name="타원 10"/>
            <p:cNvSpPr/>
            <p:nvPr/>
          </p:nvSpPr>
          <p:spPr>
            <a:xfrm>
              <a:off x="3713454" y="470568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7200" dirty="0"/>
            </a:p>
          </p:txBody>
        </p:sp>
        <p:sp>
          <p:nvSpPr>
            <p:cNvPr id="12" name="타원 4"/>
            <p:cNvSpPr/>
            <p:nvPr/>
          </p:nvSpPr>
          <p:spPr>
            <a:xfrm>
              <a:off x="4142082" y="1399262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5400" dirty="0"/>
                <a:t>Main</a:t>
              </a:r>
              <a:endParaRPr lang="ko-KR" altLang="en-US" sz="5400" dirty="0"/>
            </a:p>
            <a:p>
              <a:pPr lvl="0" algn="ctr" defTabSz="2311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5200" kern="1200" dirty="0"/>
            </a:p>
          </p:txBody>
        </p:sp>
      </p:grpSp>
      <p:graphicFrame>
        <p:nvGraphicFramePr>
          <p:cNvPr id="17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0" y="1428736"/>
          <a:ext cx="9144000" cy="2143140"/>
        </p:xfrm>
        <a:graphic>
          <a:graphicData uri="http://schemas.openxmlformats.org/drawingml/2006/table">
            <a:tbl>
              <a:tblPr/>
              <a:tblGrid>
                <a:gridCol w="421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8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9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578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패키지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program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접근제어자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static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매개변수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리턴값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static Main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메인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new Info();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infoDsek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패키지의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Info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호출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dirty="0"/>
              <a:t>Program	</a:t>
            </a:r>
            <a:r>
              <a:rPr lang="ko-KR" altLang="en-US" sz="5400" dirty="0"/>
              <a:t>명세표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643174" y="785794"/>
            <a:ext cx="3643338" cy="114300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/>
              <a:t>InfoDesk</a:t>
            </a:r>
            <a:endParaRPr lang="ko-KR" altLang="en-US" sz="4400" dirty="0"/>
          </a:p>
        </p:txBody>
      </p:sp>
      <p:grpSp>
        <p:nvGrpSpPr>
          <p:cNvPr id="6" name="그룹 9"/>
          <p:cNvGrpSpPr/>
          <p:nvPr/>
        </p:nvGrpSpPr>
        <p:grpSpPr>
          <a:xfrm>
            <a:off x="1142976" y="2357131"/>
            <a:ext cx="3299073" cy="3299073"/>
            <a:chOff x="3713454" y="684882"/>
            <a:chExt cx="3299073" cy="3299073"/>
          </a:xfrm>
        </p:grpSpPr>
        <p:sp>
          <p:nvSpPr>
            <p:cNvPr id="11" name="타원 10"/>
            <p:cNvSpPr/>
            <p:nvPr/>
          </p:nvSpPr>
          <p:spPr>
            <a:xfrm>
              <a:off x="3713454" y="684882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7200" dirty="0"/>
            </a:p>
          </p:txBody>
        </p:sp>
        <p:sp>
          <p:nvSpPr>
            <p:cNvPr id="12" name="타원 4"/>
            <p:cNvSpPr/>
            <p:nvPr/>
          </p:nvSpPr>
          <p:spPr>
            <a:xfrm>
              <a:off x="4213520" y="1184948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5400" dirty="0"/>
                <a:t>Info</a:t>
              </a:r>
              <a:endParaRPr lang="ko-KR" altLang="en-US" sz="5400" dirty="0"/>
            </a:p>
          </p:txBody>
        </p:sp>
      </p:grpSp>
      <p:grpSp>
        <p:nvGrpSpPr>
          <p:cNvPr id="7" name="그룹 12"/>
          <p:cNvGrpSpPr/>
          <p:nvPr/>
        </p:nvGrpSpPr>
        <p:grpSpPr>
          <a:xfrm>
            <a:off x="4500562" y="2357430"/>
            <a:ext cx="3299073" cy="3299073"/>
            <a:chOff x="3713454" y="470568"/>
            <a:chExt cx="3299073" cy="3299073"/>
          </a:xfrm>
        </p:grpSpPr>
        <p:sp>
          <p:nvSpPr>
            <p:cNvPr id="14" name="타원 13"/>
            <p:cNvSpPr/>
            <p:nvPr/>
          </p:nvSpPr>
          <p:spPr>
            <a:xfrm>
              <a:off x="3713454" y="470568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7200" dirty="0"/>
            </a:p>
          </p:txBody>
        </p:sp>
        <p:sp>
          <p:nvSpPr>
            <p:cNvPr id="15" name="타원 4"/>
            <p:cNvSpPr/>
            <p:nvPr/>
          </p:nvSpPr>
          <p:spPr>
            <a:xfrm>
              <a:off x="4213520" y="970634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3200" dirty="0" err="1"/>
                <a:t>NoMember</a:t>
              </a:r>
              <a:endParaRPr lang="ko-KR" altLang="en-US" sz="3200" kern="1200" dirty="0"/>
            </a:p>
          </p:txBody>
        </p:sp>
      </p:grpSp>
      <p:graphicFrame>
        <p:nvGraphicFramePr>
          <p:cNvPr id="16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0" y="1428736"/>
          <a:ext cx="9144000" cy="5429256"/>
        </p:xfrm>
        <a:graphic>
          <a:graphicData uri="http://schemas.openxmlformats.org/drawingml/2006/table">
            <a:tbl>
              <a:tblPr/>
              <a:tblGrid>
                <a:gridCol w="421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8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9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621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패키지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infoDesk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접근제어자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static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매개변수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리턴값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Info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회원 관리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Funtions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Funtions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MembersDAO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MemberMain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memberMain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MemberMain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싱글톤 호출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생성자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Info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생성자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login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로그인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adminMember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회원가입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adminMember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관리자용 로그인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getAdmin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DB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관리자 아이디 정보 가져오는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NoMember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비회원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Funtions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Funtions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 ArrayList&lt;BookDTO&gt;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ArrayList&lt;ReviewDTO&gt;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BookDAO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trueConn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BookDAO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BookDAO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생성자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Info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생성자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login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로그인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adminMember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회원가입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adminMember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관리자용 로그인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getAdmin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DB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관리자 아이디 정보 가져오는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/>
              <a:t>InfoDesk</a:t>
            </a:r>
            <a:r>
              <a:rPr lang="en-US" altLang="ko-KR" sz="4400" dirty="0"/>
              <a:t> </a:t>
            </a:r>
            <a:r>
              <a:rPr lang="ko-KR" altLang="en-US" sz="4400" dirty="0"/>
              <a:t>명세표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5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643174" y="785794"/>
            <a:ext cx="3643338" cy="114300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/>
              <a:t>membershipRounge</a:t>
            </a:r>
            <a:endParaRPr lang="ko-KR" altLang="en-US" sz="44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1142976" y="2357131"/>
            <a:ext cx="3299073" cy="3299073"/>
            <a:chOff x="3713454" y="684882"/>
            <a:chExt cx="3299073" cy="3299073"/>
          </a:xfrm>
        </p:grpSpPr>
        <p:sp>
          <p:nvSpPr>
            <p:cNvPr id="11" name="타원 10"/>
            <p:cNvSpPr/>
            <p:nvPr/>
          </p:nvSpPr>
          <p:spPr>
            <a:xfrm>
              <a:off x="3713454" y="684882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7200" dirty="0"/>
            </a:p>
          </p:txBody>
        </p:sp>
        <p:sp>
          <p:nvSpPr>
            <p:cNvPr id="12" name="타원 4"/>
            <p:cNvSpPr/>
            <p:nvPr/>
          </p:nvSpPr>
          <p:spPr>
            <a:xfrm>
              <a:off x="4213520" y="1184948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5400" dirty="0"/>
                <a:t>Admin</a:t>
              </a:r>
              <a:endParaRPr lang="ko-KR" altLang="en-US" sz="5400" dirty="0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4500562" y="2357430"/>
            <a:ext cx="3299073" cy="3299073"/>
            <a:chOff x="3713454" y="470568"/>
            <a:chExt cx="3299073" cy="3299073"/>
          </a:xfrm>
        </p:grpSpPr>
        <p:sp>
          <p:nvSpPr>
            <p:cNvPr id="14" name="타원 13"/>
            <p:cNvSpPr/>
            <p:nvPr/>
          </p:nvSpPr>
          <p:spPr>
            <a:xfrm>
              <a:off x="3713454" y="470568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7200" dirty="0"/>
            </a:p>
          </p:txBody>
        </p:sp>
        <p:sp>
          <p:nvSpPr>
            <p:cNvPr id="15" name="타원 4"/>
            <p:cNvSpPr/>
            <p:nvPr/>
          </p:nvSpPr>
          <p:spPr>
            <a:xfrm>
              <a:off x="4213520" y="970634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4400" dirty="0" err="1"/>
                <a:t>MemberMain</a:t>
              </a:r>
              <a:endParaRPr lang="ko-KR" altLang="en-US" sz="4400" kern="1200" dirty="0"/>
            </a:p>
          </p:txBody>
        </p:sp>
      </p:grpSp>
      <p:graphicFrame>
        <p:nvGraphicFramePr>
          <p:cNvPr id="16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0" y="1385976"/>
          <a:ext cx="9144000" cy="5514780"/>
        </p:xfrm>
        <a:graphic>
          <a:graphicData uri="http://schemas.openxmlformats.org/drawingml/2006/table">
            <a:tbl>
              <a:tblPr/>
              <a:tblGrid>
                <a:gridCol w="421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8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9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08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패키지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membershipRounge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접근제어자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static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매개변수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리턴값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관리자 전용 메뉴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 ArrayList&lt;BookJoinReviewDTO&gt;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bookJoinReviewDTOS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생성자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메뉴 호출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delReview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모든 책의 리뷰를 삭제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addBook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책 등록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AdminInfo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관리자 로그인시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info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출력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prtBookNReview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ArrayList&lt;BookJoinReviewDTO&gt; bjrtmp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책 전체보기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MemberMain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관리자 전용 메뉴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MemberMain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self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Funtions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Funtions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nowMember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ReviewDAO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BookDAO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ArrayList&lt;ReviewDTO&gt;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ArrayList&lt;ReviewDTO&gt; 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배열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ArrayList&lt;BookDTO&gt;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ArrayList&lt;BookDTO&gt; 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배열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생성자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MemberMain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MemberMain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info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 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메뉴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titleSearchReview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selnum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리뷰 검색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allReviewShow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selnum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전체보기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deleteReview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selnum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리뷰 삭제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editReview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selnum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리뷰 수정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addReview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리뷰 등록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myPointSearch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자신의 정보 조회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rnum,int selnum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수정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or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삭제시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for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문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10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selnum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등록 정보 출력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/>
              <a:t>membershipRounge</a:t>
            </a:r>
            <a:r>
              <a:rPr lang="en-US" altLang="ko-KR" sz="4400" dirty="0"/>
              <a:t> </a:t>
            </a:r>
            <a:r>
              <a:rPr lang="ko-KR" altLang="en-US" sz="4400" dirty="0"/>
              <a:t>명세표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5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714612" y="2441708"/>
            <a:ext cx="3299073" cy="3299073"/>
            <a:chOff x="3713454" y="470568"/>
            <a:chExt cx="3299073" cy="3299073"/>
          </a:xfrm>
        </p:grpSpPr>
        <p:sp>
          <p:nvSpPr>
            <p:cNvPr id="9" name="타원 8"/>
            <p:cNvSpPr/>
            <p:nvPr/>
          </p:nvSpPr>
          <p:spPr>
            <a:xfrm>
              <a:off x="3713454" y="470568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7200" dirty="0"/>
            </a:p>
          </p:txBody>
        </p:sp>
        <p:sp>
          <p:nvSpPr>
            <p:cNvPr id="10" name="타원 4"/>
            <p:cNvSpPr/>
            <p:nvPr/>
          </p:nvSpPr>
          <p:spPr>
            <a:xfrm>
              <a:off x="4213520" y="957794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4400" dirty="0" err="1"/>
                <a:t>Funtions</a:t>
              </a:r>
              <a:endParaRPr lang="ko-KR" altLang="en-US" sz="4400" dirty="0"/>
            </a:p>
          </p:txBody>
        </p:sp>
      </p:grpSp>
      <p:sp>
        <p:nvSpPr>
          <p:cNvPr id="11" name="모서리가 둥근 직사각형 10"/>
          <p:cNvSpPr/>
          <p:nvPr/>
        </p:nvSpPr>
        <p:spPr>
          <a:xfrm>
            <a:off x="2571736" y="785794"/>
            <a:ext cx="3714776" cy="114300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/>
              <a:t>funtion</a:t>
            </a:r>
            <a:endParaRPr lang="ko-KR" altLang="en-US" sz="4400" dirty="0"/>
          </a:p>
        </p:txBody>
      </p:sp>
      <p:graphicFrame>
        <p:nvGraphicFramePr>
          <p:cNvPr id="12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0" y="1428736"/>
          <a:ext cx="9144000" cy="3071832"/>
        </p:xfrm>
        <a:graphic>
          <a:graphicData uri="http://schemas.openxmlformats.org/drawingml/2006/table">
            <a:tbl>
              <a:tblPr/>
              <a:tblGrid>
                <a:gridCol w="421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8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9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97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패키지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Funtions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접근제어자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static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매개변수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리턴값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Funtions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관리자 전용 메뉴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default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Scanner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System.in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스캐너 객체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memberInfoPrt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 member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회원 자신의 정보 조회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OutText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입력 문자열 리턴 </a:t>
                      </a: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/>
              <a:t>Funtion</a:t>
            </a:r>
            <a:r>
              <a:rPr lang="en-US" altLang="ko-KR" sz="4400" dirty="0"/>
              <a:t> </a:t>
            </a:r>
            <a:r>
              <a:rPr lang="ko-KR" altLang="en-US" sz="4400" dirty="0"/>
              <a:t>명세표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sz="36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sz="3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z="3600" smtClean="0"/>
              <a:t>43</a:t>
            </a:fld>
            <a:endParaRPr lang="ko-KR" altLang="en-US" sz="3600"/>
          </a:p>
        </p:txBody>
      </p:sp>
      <p:sp>
        <p:nvSpPr>
          <p:cNvPr id="5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3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3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643174" y="785794"/>
            <a:ext cx="3643338" cy="114300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DTO</a:t>
            </a:r>
            <a:endParaRPr lang="ko-KR" altLang="en-US" sz="36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0" y="2214554"/>
            <a:ext cx="2370379" cy="2072001"/>
            <a:chOff x="3713454" y="684882"/>
            <a:chExt cx="3299073" cy="3299073"/>
          </a:xfrm>
        </p:grpSpPr>
        <p:sp>
          <p:nvSpPr>
            <p:cNvPr id="11" name="타원 10"/>
            <p:cNvSpPr/>
            <p:nvPr/>
          </p:nvSpPr>
          <p:spPr>
            <a:xfrm>
              <a:off x="3713454" y="684882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12" name="타원 4"/>
            <p:cNvSpPr/>
            <p:nvPr/>
          </p:nvSpPr>
          <p:spPr>
            <a:xfrm>
              <a:off x="4213520" y="1184948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4400" dirty="0" err="1"/>
                <a:t>BookDTO</a:t>
              </a:r>
              <a:endParaRPr lang="ko-KR" altLang="en-US" sz="3600" dirty="0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4500562" y="2214554"/>
            <a:ext cx="2370379" cy="2072001"/>
            <a:chOff x="3713454" y="470568"/>
            <a:chExt cx="3299073" cy="3299073"/>
          </a:xfrm>
        </p:grpSpPr>
        <p:sp>
          <p:nvSpPr>
            <p:cNvPr id="14" name="타원 13"/>
            <p:cNvSpPr/>
            <p:nvPr/>
          </p:nvSpPr>
          <p:spPr>
            <a:xfrm>
              <a:off x="3713454" y="470568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15" name="타원 4"/>
            <p:cNvSpPr/>
            <p:nvPr/>
          </p:nvSpPr>
          <p:spPr>
            <a:xfrm>
              <a:off x="4213520" y="970634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2800" dirty="0" err="1"/>
                <a:t>MembersDTO</a:t>
              </a:r>
              <a:endParaRPr lang="ko-KR" altLang="en-US" sz="3600" kern="1200" dirty="0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2214546" y="3929066"/>
            <a:ext cx="2370379" cy="2072001"/>
            <a:chOff x="3713454" y="684882"/>
            <a:chExt cx="3299073" cy="3299073"/>
          </a:xfrm>
        </p:grpSpPr>
        <p:sp>
          <p:nvSpPr>
            <p:cNvPr id="17" name="타원 16"/>
            <p:cNvSpPr/>
            <p:nvPr/>
          </p:nvSpPr>
          <p:spPr>
            <a:xfrm>
              <a:off x="3713454" y="684882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18" name="타원 4"/>
            <p:cNvSpPr/>
            <p:nvPr/>
          </p:nvSpPr>
          <p:spPr>
            <a:xfrm>
              <a:off x="4213520" y="1184948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2800" dirty="0" err="1"/>
                <a:t>BookJoinReview</a:t>
              </a:r>
              <a:endParaRPr lang="ko-KR" altLang="en-US" sz="3600" dirty="0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6500826" y="3929066"/>
            <a:ext cx="2370379" cy="2072001"/>
            <a:chOff x="3713454" y="470568"/>
            <a:chExt cx="3299073" cy="3299073"/>
          </a:xfrm>
        </p:grpSpPr>
        <p:sp>
          <p:nvSpPr>
            <p:cNvPr id="20" name="타원 19"/>
            <p:cNvSpPr/>
            <p:nvPr/>
          </p:nvSpPr>
          <p:spPr>
            <a:xfrm>
              <a:off x="3713454" y="470568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21" name="타원 4"/>
            <p:cNvSpPr/>
            <p:nvPr/>
          </p:nvSpPr>
          <p:spPr>
            <a:xfrm>
              <a:off x="4213520" y="970634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3600" dirty="0" err="1"/>
                <a:t>ReviewDTO</a:t>
              </a:r>
              <a:endParaRPr lang="ko-KR" altLang="en-US" sz="3600" kern="1200" dirty="0"/>
            </a:p>
          </p:txBody>
        </p:sp>
      </p:grpSp>
      <p:graphicFrame>
        <p:nvGraphicFramePr>
          <p:cNvPr id="22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1" y="1428736"/>
          <a:ext cx="9143998" cy="5429264"/>
        </p:xfrm>
        <a:graphic>
          <a:graphicData uri="http://schemas.openxmlformats.org/drawingml/2006/table">
            <a:tbl>
              <a:tblPr/>
              <a:tblGrid>
                <a:gridCol w="421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4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9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21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패키지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접근제어자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static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매개변수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리턴값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베이스 저장 절차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MalgunGothic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bookPrt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책 정보 출력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BookJoinReviewDTO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베이스 저장 절차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rText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DTO </a:t>
            </a:r>
            <a:r>
              <a:rPr lang="ko-KR" altLang="en-US" sz="3600" dirty="0"/>
              <a:t>명세표 </a:t>
            </a:r>
            <a:r>
              <a:rPr lang="en-US" altLang="ko-KR" sz="3600" dirty="0"/>
              <a:t>1/2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0" y="1428736"/>
          <a:ext cx="9143998" cy="5429278"/>
        </p:xfrm>
        <a:graphic>
          <a:graphicData uri="http://schemas.openxmlformats.org/drawingml/2006/table">
            <a:tbl>
              <a:tblPr/>
              <a:tblGrid>
                <a:gridCol w="423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6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9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BookJoinReviewDTO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베이스 저장 절차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point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pw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getPw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setPw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getPoint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setPoint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point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베이스 저장 절차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751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setRec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데이터 은닉을 위해 캡슐화 진행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DTO </a:t>
            </a:r>
            <a:r>
              <a:rPr lang="ko-KR" altLang="en-US" sz="3600" dirty="0"/>
              <a:t>명세표 </a:t>
            </a:r>
            <a:r>
              <a:rPr lang="en-US" altLang="ko-KR" sz="3600" dirty="0"/>
              <a:t>2/2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5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3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3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슬라이드 번호 개체 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C933E-264A-4413-BE8E-C8720EAE4C8C}" type="slidenum">
              <a:rPr kumimoji="0" lang="ko-KR" alt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3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그룹 11"/>
          <p:cNvGrpSpPr/>
          <p:nvPr/>
        </p:nvGrpSpPr>
        <p:grpSpPr>
          <a:xfrm>
            <a:off x="0" y="2214554"/>
            <a:ext cx="2370379" cy="2072001"/>
            <a:chOff x="3713454" y="684882"/>
            <a:chExt cx="3299073" cy="3299073"/>
          </a:xfrm>
        </p:grpSpPr>
        <p:sp>
          <p:nvSpPr>
            <p:cNvPr id="13" name="타원 12"/>
            <p:cNvSpPr/>
            <p:nvPr/>
          </p:nvSpPr>
          <p:spPr>
            <a:xfrm>
              <a:off x="3713454" y="684882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14" name="타원 4"/>
            <p:cNvSpPr/>
            <p:nvPr/>
          </p:nvSpPr>
          <p:spPr>
            <a:xfrm>
              <a:off x="4213520" y="1184948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4000" dirty="0" err="1"/>
                <a:t>AccessDAO</a:t>
              </a:r>
              <a:endParaRPr lang="ko-KR" altLang="en-US" sz="3200" dirty="0"/>
            </a:p>
          </p:txBody>
        </p:sp>
      </p:grpSp>
      <p:grpSp>
        <p:nvGrpSpPr>
          <p:cNvPr id="11" name="그룹 14"/>
          <p:cNvGrpSpPr/>
          <p:nvPr/>
        </p:nvGrpSpPr>
        <p:grpSpPr>
          <a:xfrm>
            <a:off x="4500562" y="2214554"/>
            <a:ext cx="2370379" cy="2072001"/>
            <a:chOff x="3713454" y="470568"/>
            <a:chExt cx="3299073" cy="3299073"/>
          </a:xfrm>
        </p:grpSpPr>
        <p:sp>
          <p:nvSpPr>
            <p:cNvPr id="16" name="타원 15"/>
            <p:cNvSpPr/>
            <p:nvPr/>
          </p:nvSpPr>
          <p:spPr>
            <a:xfrm>
              <a:off x="3713454" y="470568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17" name="타원 4"/>
            <p:cNvSpPr/>
            <p:nvPr/>
          </p:nvSpPr>
          <p:spPr>
            <a:xfrm>
              <a:off x="4213520" y="970634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2800" dirty="0" err="1"/>
                <a:t>MembersDAO</a:t>
              </a:r>
              <a:endParaRPr lang="ko-KR" altLang="en-US" sz="3600" kern="1200" dirty="0"/>
            </a:p>
          </p:txBody>
        </p:sp>
      </p:grpSp>
      <p:grpSp>
        <p:nvGrpSpPr>
          <p:cNvPr id="12" name="그룹 17"/>
          <p:cNvGrpSpPr/>
          <p:nvPr/>
        </p:nvGrpSpPr>
        <p:grpSpPr>
          <a:xfrm>
            <a:off x="2214546" y="3929066"/>
            <a:ext cx="2370379" cy="2072001"/>
            <a:chOff x="3713454" y="684882"/>
            <a:chExt cx="3299073" cy="3299073"/>
          </a:xfrm>
        </p:grpSpPr>
        <p:sp>
          <p:nvSpPr>
            <p:cNvPr id="19" name="타원 18"/>
            <p:cNvSpPr/>
            <p:nvPr/>
          </p:nvSpPr>
          <p:spPr>
            <a:xfrm>
              <a:off x="3713454" y="684882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20" name="타원 4"/>
            <p:cNvSpPr/>
            <p:nvPr/>
          </p:nvSpPr>
          <p:spPr>
            <a:xfrm>
              <a:off x="4213520" y="1184948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4000" dirty="0" err="1"/>
                <a:t>BookDAO</a:t>
              </a:r>
              <a:endParaRPr lang="ko-KR" altLang="en-US" sz="4800" dirty="0"/>
            </a:p>
          </p:txBody>
        </p:sp>
      </p:grpSp>
      <p:grpSp>
        <p:nvGrpSpPr>
          <p:cNvPr id="15" name="그룹 20"/>
          <p:cNvGrpSpPr/>
          <p:nvPr/>
        </p:nvGrpSpPr>
        <p:grpSpPr>
          <a:xfrm>
            <a:off x="6500826" y="3929066"/>
            <a:ext cx="2370379" cy="2072001"/>
            <a:chOff x="3713454" y="470568"/>
            <a:chExt cx="3299073" cy="3299073"/>
          </a:xfrm>
        </p:grpSpPr>
        <p:sp>
          <p:nvSpPr>
            <p:cNvPr id="22" name="타원 21"/>
            <p:cNvSpPr/>
            <p:nvPr/>
          </p:nvSpPr>
          <p:spPr>
            <a:xfrm>
              <a:off x="3713454" y="470568"/>
              <a:ext cx="3299073" cy="32990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23" name="타원 4"/>
            <p:cNvSpPr/>
            <p:nvPr/>
          </p:nvSpPr>
          <p:spPr>
            <a:xfrm>
              <a:off x="4213520" y="970634"/>
              <a:ext cx="2332797" cy="23327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ctr" anchorCtr="0">
              <a:noAutofit/>
            </a:bodyPr>
            <a:lstStyle/>
            <a:p>
              <a:pPr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3600" dirty="0" err="1"/>
                <a:t>ReviewDAO</a:t>
              </a:r>
              <a:endParaRPr lang="ko-KR" altLang="en-US" sz="3600" kern="1200" dirty="0"/>
            </a:p>
          </p:txBody>
        </p:sp>
      </p:grpSp>
      <p:sp>
        <p:nvSpPr>
          <p:cNvPr id="24" name="모서리가 둥근 직사각형 23"/>
          <p:cNvSpPr/>
          <p:nvPr/>
        </p:nvSpPr>
        <p:spPr>
          <a:xfrm>
            <a:off x="2643174" y="785794"/>
            <a:ext cx="3643338" cy="114300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DAO</a:t>
            </a:r>
            <a:endParaRPr lang="ko-KR" altLang="en-US" sz="3600" dirty="0"/>
          </a:p>
        </p:txBody>
      </p:sp>
      <p:graphicFrame>
        <p:nvGraphicFramePr>
          <p:cNvPr id="25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내용 개체 틀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1" y="1214415"/>
          <a:ext cx="9143998" cy="5665982"/>
        </p:xfrm>
        <a:graphic>
          <a:graphicData uri="http://schemas.openxmlformats.org/drawingml/2006/table">
            <a:tbl>
              <a:tblPr/>
              <a:tblGrid>
                <a:gridCol w="421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4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9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14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패키지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접근제어자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static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매개변수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리턴값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AccessDAO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데이터 베이스 저장 절차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url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DB url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username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DB 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DB pass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Connection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conn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PreparedStatement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psmt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멤버변수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AccessDAO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self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null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생성자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AccessDAO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드라이버 호출 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getConnection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커넥션 연결 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resourcesClose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자원반납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Connection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getConn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커넥션 값 캡슐화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책 데이터 베이스 저장 절차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bookinsert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BookDTO BDTO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책 등록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9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ArrayList&lt;BookJoinReviewDTO&gt;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bookTitleSearch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title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검색 하고자 하는 도서를 키워드로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LIKE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BookDTO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searchBook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searchBookTitle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도서를 찾아 반환하는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9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화원 관리 데이터 베이스 저장 절차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serUser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id,String pw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입력한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id,pw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와 등록된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id,pw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매칭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40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memberAdd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MembersDTO tmpM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회원 관리 등록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latin typeface="맑은 고딕"/>
                        </a:rPr>
                        <a:t>private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ReviewDAO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리뷰 데이터 베이스 저장 절차 클래스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40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delReviewNum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리뷰 삭제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14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reviewMod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int num, String 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리뷰 수정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40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void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reviewAdd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ReviewDTO reviewDTO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리뷰 등록 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340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2F5497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ArrayList&lt;ReviewDTO&gt;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rSearch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String ser,int sel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return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아이디 또는 책으로 리뷰 검색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메서드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DAO </a:t>
            </a:r>
            <a:r>
              <a:rPr lang="ko-KR" altLang="en-US" sz="3600" dirty="0"/>
              <a:t>명세표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 descr="다운로드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31" y="1357298"/>
            <a:ext cx="4959417" cy="3714776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48</a:t>
            </a:fld>
            <a:endParaRPr lang="ko-KR" altLang="en-US"/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테이블정보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158" y="1214422"/>
            <a:ext cx="8329642" cy="5072098"/>
          </a:xfrm>
        </p:spPr>
        <p:txBody>
          <a:bodyPr>
            <a:normAutofit lnSpcReduction="10000"/>
          </a:bodyPr>
          <a:lstStyle/>
          <a:p>
            <a:r>
              <a:rPr lang="ko-KR" altLang="en-US" sz="4000" dirty="0"/>
              <a:t>각 테이블의 명세표</a:t>
            </a:r>
            <a:endParaRPr lang="en-US" altLang="ko-KR" sz="4000" dirty="0"/>
          </a:p>
          <a:p>
            <a:endParaRPr lang="en-US" altLang="ko-KR" sz="4000" dirty="0"/>
          </a:p>
          <a:p>
            <a:r>
              <a:rPr lang="en-US" altLang="ko-KR" sz="4000" dirty="0"/>
              <a:t>Members</a:t>
            </a:r>
          </a:p>
          <a:p>
            <a:endParaRPr lang="en-US" altLang="ko-KR" sz="4000" dirty="0"/>
          </a:p>
          <a:p>
            <a:r>
              <a:rPr lang="en-US" altLang="ko-KR" sz="4000" dirty="0"/>
              <a:t>Book</a:t>
            </a:r>
          </a:p>
          <a:p>
            <a:pPr>
              <a:buNone/>
            </a:pPr>
            <a:endParaRPr lang="en-US" altLang="ko-KR" sz="4000" dirty="0"/>
          </a:p>
          <a:p>
            <a:r>
              <a:rPr lang="en-US" altLang="ko-KR" sz="4000" dirty="0"/>
              <a:t>Review</a:t>
            </a:r>
            <a:endParaRPr lang="ko-KR" altLang="en-US" sz="4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49</a:t>
            </a:fld>
            <a:endParaRPr lang="ko-KR" altLang="en-US"/>
          </a:p>
        </p:txBody>
      </p:sp>
      <p:graphicFrame>
        <p:nvGraphicFramePr>
          <p:cNvPr id="11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내용 개체 틀 7"/>
          <p:cNvGraphicFramePr>
            <a:graphicFrameLocks noGrp="1"/>
          </p:cNvGraphicFramePr>
          <p:nvPr>
            <p:ph idx="1"/>
          </p:nvPr>
        </p:nvGraphicFramePr>
        <p:xfrm>
          <a:off x="0" y="1428737"/>
          <a:ext cx="9144000" cy="3000396"/>
        </p:xfrm>
        <a:graphic>
          <a:graphicData uri="http://schemas.openxmlformats.org/drawingml/2006/table">
            <a:tbl>
              <a:tblPr/>
              <a:tblGrid>
                <a:gridCol w="126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2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테이블명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Members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 err="1">
                          <a:solidFill>
                            <a:schemeClr val="tx1"/>
                          </a:solidFill>
                          <a:latin typeface="맑은 고딕"/>
                        </a:rPr>
                        <a:t>컬럼명</a:t>
                      </a:r>
                      <a:endParaRPr lang="ko-KR" altLang="en-US" sz="2000" b="1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참조여부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제약조건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varchar2(10)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유저</a:t>
                      </a: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pw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varchar2(10)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유저</a:t>
                      </a: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varchar2(10)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유저이름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point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number(10)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default 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포인트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50</a:t>
            </a:fld>
            <a:endParaRPr lang="ko-KR" altLang="en-US"/>
          </a:p>
        </p:txBody>
      </p:sp>
      <p:graphicFrame>
        <p:nvGraphicFramePr>
          <p:cNvPr id="11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6672274" y="0"/>
            <a:ext cx="2471726" cy="542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Members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785794"/>
            <a:ext cx="5072066" cy="6072206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CREATE</a:t>
            </a:r>
            <a:r>
              <a:rPr lang="en-US" sz="3200" dirty="0"/>
              <a:t> </a:t>
            </a:r>
            <a:r>
              <a:rPr lang="en-US" sz="3200" b="1" dirty="0"/>
              <a:t>TABLE</a:t>
            </a:r>
            <a:r>
              <a:rPr lang="en-US" sz="3200" dirty="0"/>
              <a:t> Members( </a:t>
            </a:r>
            <a:br>
              <a:rPr lang="en-US" sz="3200" dirty="0"/>
            </a:br>
            <a:r>
              <a:rPr lang="en-US" sz="3200" dirty="0"/>
              <a:t>id </a:t>
            </a:r>
            <a:r>
              <a:rPr lang="en-US" sz="3200" b="1" dirty="0"/>
              <a:t>varchar2</a:t>
            </a:r>
            <a:r>
              <a:rPr lang="en-US" sz="3200" dirty="0"/>
              <a:t>(10) </a:t>
            </a:r>
            <a:r>
              <a:rPr lang="en-US" sz="3200" b="1" dirty="0"/>
              <a:t>PRIMARY</a:t>
            </a:r>
            <a:r>
              <a:rPr lang="en-US" sz="3200" dirty="0"/>
              <a:t> </a:t>
            </a:r>
            <a:r>
              <a:rPr lang="en-US" sz="3200" b="1" dirty="0"/>
              <a:t>KEY</a:t>
            </a:r>
            <a:r>
              <a:rPr lang="en-US" sz="3200" dirty="0"/>
              <a:t>, </a:t>
            </a:r>
            <a:br>
              <a:rPr lang="en-US" sz="3200" dirty="0"/>
            </a:br>
            <a:r>
              <a:rPr lang="en-US" sz="3200" dirty="0"/>
              <a:t>pw </a:t>
            </a:r>
            <a:r>
              <a:rPr lang="en-US" sz="3200" b="1" dirty="0"/>
              <a:t>varchar2</a:t>
            </a:r>
            <a:r>
              <a:rPr lang="en-US" sz="3200" dirty="0"/>
              <a:t>(10) ,</a:t>
            </a:r>
            <a:br>
              <a:rPr lang="en-US" sz="3200" dirty="0"/>
            </a:br>
            <a:r>
              <a:rPr lang="en-US" sz="3200" dirty="0"/>
              <a:t> name </a:t>
            </a:r>
            <a:r>
              <a:rPr lang="en-US" sz="3200" b="1" dirty="0"/>
              <a:t>varchar2</a:t>
            </a:r>
            <a:r>
              <a:rPr lang="en-US" sz="3200" dirty="0"/>
              <a:t>(10),</a:t>
            </a:r>
            <a:br>
              <a:rPr lang="en-US" sz="3200" dirty="0"/>
            </a:br>
            <a:r>
              <a:rPr lang="en-US" sz="3200" dirty="0"/>
              <a:t> point </a:t>
            </a:r>
            <a:r>
              <a:rPr lang="en-US" sz="3200" b="1" dirty="0"/>
              <a:t>number</a:t>
            </a:r>
            <a:r>
              <a:rPr lang="en-US" sz="3200" dirty="0"/>
              <a:t>(10) </a:t>
            </a:r>
            <a:br>
              <a:rPr lang="en-US" sz="3200" dirty="0"/>
            </a:br>
            <a:r>
              <a:rPr lang="en-US" sz="3200" b="1" dirty="0"/>
              <a:t>DEFAULT</a:t>
            </a:r>
            <a:r>
              <a:rPr lang="en-US" sz="3200" dirty="0"/>
              <a:t> 0 </a:t>
            </a:r>
            <a:br>
              <a:rPr lang="en-US" sz="3200" dirty="0"/>
            </a:br>
            <a:r>
              <a:rPr lang="en-US" sz="3200" dirty="0"/>
              <a:t>); 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72274" y="0"/>
            <a:ext cx="2471726" cy="542916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Members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51</a:t>
            </a:fld>
            <a:endParaRPr lang="ko-KR" altLang="en-US"/>
          </a:p>
        </p:txBody>
      </p:sp>
      <p:graphicFrame>
        <p:nvGraphicFramePr>
          <p:cNvPr id="11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그림 5" descr="Members des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4" y="2000240"/>
            <a:ext cx="4000496" cy="278608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</p:nvPr>
        </p:nvGraphicFramePr>
        <p:xfrm>
          <a:off x="0" y="1428736"/>
          <a:ext cx="9144000" cy="2000265"/>
        </p:xfrm>
        <a:graphic>
          <a:graphicData uri="http://schemas.openxmlformats.org/drawingml/2006/table">
            <a:tbl>
              <a:tblPr/>
              <a:tblGrid>
                <a:gridCol w="126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2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 err="1">
                          <a:solidFill>
                            <a:schemeClr val="tx1"/>
                          </a:solidFill>
                          <a:latin typeface="맑은 고딕"/>
                        </a:rPr>
                        <a:t>테이블명</a:t>
                      </a:r>
                      <a:endParaRPr lang="ko-KR" altLang="en-US" sz="2000" b="1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컬럼명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참조여부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제약조건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varchar2(30)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책이름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varchar2(10)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 err="1">
                          <a:solidFill>
                            <a:schemeClr val="tx1"/>
                          </a:solidFill>
                          <a:latin typeface="맑은 고딕"/>
                        </a:rPr>
                        <a:t>작가명</a:t>
                      </a:r>
                      <a:endParaRPr lang="ko-KR" altLang="en-US" sz="2000" b="1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52</a:t>
            </a:fld>
            <a:endParaRPr lang="ko-KR" altLang="en-US"/>
          </a:p>
        </p:txBody>
      </p:sp>
      <p:graphicFrame>
        <p:nvGraphicFramePr>
          <p:cNvPr id="11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>
          <a:xfrm>
            <a:off x="6672274" y="0"/>
            <a:ext cx="2471726" cy="542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Book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53</a:t>
            </a:fld>
            <a:endParaRPr lang="ko-KR" altLang="en-US"/>
          </a:p>
        </p:txBody>
      </p:sp>
      <p:graphicFrame>
        <p:nvGraphicFramePr>
          <p:cNvPr id="11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제목 1"/>
          <p:cNvSpPr txBox="1">
            <a:spLocks/>
          </p:cNvSpPr>
          <p:nvPr/>
        </p:nvSpPr>
        <p:spPr>
          <a:xfrm>
            <a:off x="0" y="785794"/>
            <a:ext cx="5072066" cy="6072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3200" b="1" dirty="0"/>
              <a:t>CREATE</a:t>
            </a:r>
            <a:r>
              <a:rPr lang="en-US" sz="3200" dirty="0"/>
              <a:t> </a:t>
            </a:r>
            <a:r>
              <a:rPr lang="en-US" sz="3200" b="1" dirty="0"/>
              <a:t>TABLE</a:t>
            </a:r>
            <a:r>
              <a:rPr lang="en-US" sz="3200" dirty="0"/>
              <a:t> Book( </a:t>
            </a:r>
          </a:p>
          <a:p>
            <a:pPr lvl="0">
              <a:spcBef>
                <a:spcPct val="0"/>
              </a:spcBef>
            </a:pPr>
            <a:r>
              <a:rPr lang="en-US" sz="3200" dirty="0"/>
              <a:t>book </a:t>
            </a:r>
            <a:r>
              <a:rPr lang="en-US" sz="3200" b="1" dirty="0"/>
              <a:t>varchar2</a:t>
            </a:r>
            <a:r>
              <a:rPr lang="en-US" sz="3200" dirty="0"/>
              <a:t>(30) </a:t>
            </a:r>
            <a:r>
              <a:rPr lang="en-US" sz="3200" b="1" dirty="0"/>
              <a:t>PRIMARY</a:t>
            </a:r>
            <a:r>
              <a:rPr lang="en-US" sz="3200" dirty="0"/>
              <a:t> </a:t>
            </a:r>
            <a:r>
              <a:rPr lang="en-US" sz="3200" b="1" dirty="0"/>
              <a:t>KEY</a:t>
            </a:r>
            <a:r>
              <a:rPr lang="en-US" sz="3200" dirty="0"/>
              <a:t>, </a:t>
            </a:r>
          </a:p>
          <a:p>
            <a:pPr lvl="0">
              <a:spcBef>
                <a:spcPct val="0"/>
              </a:spcBef>
            </a:pPr>
            <a:r>
              <a:rPr lang="en-US" sz="3200" dirty="0"/>
              <a:t>author </a:t>
            </a:r>
            <a:r>
              <a:rPr lang="en-US" sz="3200" b="1" dirty="0"/>
              <a:t>varchar2</a:t>
            </a:r>
            <a:r>
              <a:rPr lang="en-US" sz="3200" dirty="0"/>
              <a:t>(10), </a:t>
            </a:r>
          </a:p>
          <a:p>
            <a:pPr lvl="0">
              <a:spcBef>
                <a:spcPct val="0"/>
              </a:spcBef>
            </a:pPr>
            <a:r>
              <a:rPr lang="en-US" sz="3200" dirty="0" err="1"/>
              <a:t>rec</a:t>
            </a:r>
            <a:r>
              <a:rPr lang="en-US" sz="3200" dirty="0"/>
              <a:t> </a:t>
            </a:r>
            <a:r>
              <a:rPr lang="en-US" sz="3200" b="1" dirty="0"/>
              <a:t>number</a:t>
            </a:r>
            <a:r>
              <a:rPr lang="en-US" sz="3200" dirty="0"/>
              <a:t>(3) </a:t>
            </a:r>
            <a:r>
              <a:rPr lang="en-US" sz="3200" b="1" dirty="0"/>
              <a:t>DEFAULT</a:t>
            </a:r>
            <a:r>
              <a:rPr lang="en-US" sz="3200" dirty="0"/>
              <a:t> 0 );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6672274" y="0"/>
            <a:ext cx="2471726" cy="542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Book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그림 8" descr="Members des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942" y="2000240"/>
            <a:ext cx="3929058" cy="250033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</p:nvPr>
        </p:nvGraphicFramePr>
        <p:xfrm>
          <a:off x="0" y="1428736"/>
          <a:ext cx="9144000" cy="3774300"/>
        </p:xfrm>
        <a:graphic>
          <a:graphicData uri="http://schemas.openxmlformats.org/drawingml/2006/table">
            <a:tbl>
              <a:tblPr/>
              <a:tblGrid>
                <a:gridCol w="126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2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테이블명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Review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컬럼명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자료형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참조여부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제약조건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rnum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number(3)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리뷰번호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book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varchar2(30)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References Book Table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FK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책이름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rtext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varchar2(500)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리뷰내용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rec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number(3)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추천수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varchar2(10)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References Members Table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FK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회원이름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wdate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sysdate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chemeClr val="tx1"/>
                          </a:solidFill>
                          <a:latin typeface="맑은 고딕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chemeClr val="tx1"/>
                          </a:solidFill>
                          <a:latin typeface="맑은 고딕"/>
                        </a:rPr>
                        <a:t>리뷰등록일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54</a:t>
            </a:fld>
            <a:endParaRPr lang="ko-KR" altLang="en-US"/>
          </a:p>
        </p:txBody>
      </p:sp>
      <p:graphicFrame>
        <p:nvGraphicFramePr>
          <p:cNvPr id="11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>
          <a:xfrm>
            <a:off x="6672274" y="0"/>
            <a:ext cx="2471726" cy="542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Review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 descr="리뷰desc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6" y="2285992"/>
            <a:ext cx="2086266" cy="1495634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55</a:t>
            </a:fld>
            <a:endParaRPr lang="ko-KR" altLang="en-US"/>
          </a:p>
        </p:txBody>
      </p:sp>
      <p:graphicFrame>
        <p:nvGraphicFramePr>
          <p:cNvPr id="11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6672274" y="0"/>
            <a:ext cx="2471726" cy="542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Review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그림 7" descr="Members de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10" y="2000240"/>
            <a:ext cx="3708389" cy="2500330"/>
          </a:xfrm>
          <a:prstGeom prst="rect">
            <a:avLst/>
          </a:prstGeom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0" y="785794"/>
            <a:ext cx="5072066" cy="6072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2000" b="1" dirty="0"/>
              <a:t>create</a:t>
            </a:r>
            <a:r>
              <a:rPr lang="en-US" sz="2000" dirty="0"/>
              <a:t> </a:t>
            </a:r>
            <a:r>
              <a:rPr lang="en-US" sz="2000" b="1" dirty="0"/>
              <a:t>table</a:t>
            </a:r>
            <a:r>
              <a:rPr lang="en-US" sz="2000" dirty="0"/>
              <a:t> Review( </a:t>
            </a:r>
          </a:p>
          <a:p>
            <a:pPr lvl="0">
              <a:spcBef>
                <a:spcPct val="0"/>
              </a:spcBef>
            </a:pPr>
            <a:r>
              <a:rPr lang="en-US" sz="2000" dirty="0" err="1"/>
              <a:t>rnum</a:t>
            </a:r>
            <a:r>
              <a:rPr lang="en-US" sz="2000" dirty="0"/>
              <a:t> </a:t>
            </a:r>
            <a:r>
              <a:rPr lang="en-US" sz="2000" b="1" dirty="0"/>
              <a:t>number</a:t>
            </a:r>
            <a:r>
              <a:rPr lang="en-US" sz="2000" dirty="0"/>
              <a:t>(30) </a:t>
            </a:r>
            <a:r>
              <a:rPr lang="en-US" sz="2000" b="1" dirty="0"/>
              <a:t>primary</a:t>
            </a:r>
            <a:r>
              <a:rPr lang="en-US" sz="2000" dirty="0"/>
              <a:t> </a:t>
            </a:r>
            <a:r>
              <a:rPr lang="en-US" sz="2000" b="1" dirty="0"/>
              <a:t>key</a:t>
            </a:r>
            <a:r>
              <a:rPr lang="en-US" sz="2000" dirty="0"/>
              <a:t>, </a:t>
            </a:r>
          </a:p>
          <a:p>
            <a:pPr lvl="0">
              <a:spcBef>
                <a:spcPct val="0"/>
              </a:spcBef>
            </a:pPr>
            <a:r>
              <a:rPr lang="en-US" sz="2000" dirty="0"/>
              <a:t>book </a:t>
            </a:r>
            <a:r>
              <a:rPr lang="en-US" sz="2000" b="1" dirty="0"/>
              <a:t>varchar2</a:t>
            </a:r>
            <a:r>
              <a:rPr lang="en-US" sz="2000" dirty="0"/>
              <a:t>(30), </a:t>
            </a:r>
          </a:p>
          <a:p>
            <a:pPr lvl="0">
              <a:spcBef>
                <a:spcPct val="0"/>
              </a:spcBef>
            </a:pPr>
            <a:r>
              <a:rPr lang="en-US" sz="2000" dirty="0" err="1"/>
              <a:t>rtext</a:t>
            </a:r>
            <a:r>
              <a:rPr lang="en-US" sz="2000" dirty="0"/>
              <a:t> </a:t>
            </a:r>
            <a:r>
              <a:rPr lang="en-US" sz="2000" b="1" dirty="0"/>
              <a:t>varchar2</a:t>
            </a:r>
            <a:r>
              <a:rPr lang="en-US" sz="2000" dirty="0"/>
              <a:t>(500), </a:t>
            </a:r>
          </a:p>
          <a:p>
            <a:pPr lvl="0">
              <a:spcBef>
                <a:spcPct val="0"/>
              </a:spcBef>
            </a:pPr>
            <a:r>
              <a:rPr lang="en-US" sz="2000" dirty="0" err="1"/>
              <a:t>rec</a:t>
            </a:r>
            <a:r>
              <a:rPr lang="en-US" sz="2000" dirty="0"/>
              <a:t> </a:t>
            </a:r>
            <a:r>
              <a:rPr lang="en-US" sz="2000" b="1" dirty="0"/>
              <a:t>number</a:t>
            </a:r>
            <a:r>
              <a:rPr lang="en-US" sz="2000" dirty="0"/>
              <a:t>(1) </a:t>
            </a:r>
            <a:r>
              <a:rPr lang="en-US" sz="2000" b="1" dirty="0"/>
              <a:t>CHECK</a:t>
            </a:r>
            <a:r>
              <a:rPr lang="en-US" sz="2000" dirty="0"/>
              <a:t> (</a:t>
            </a:r>
            <a:r>
              <a:rPr lang="en-US" sz="2000" dirty="0" err="1"/>
              <a:t>rec</a:t>
            </a:r>
            <a:r>
              <a:rPr lang="en-US" sz="2000" dirty="0"/>
              <a:t> </a:t>
            </a:r>
            <a:r>
              <a:rPr lang="en-US" sz="2000" b="1" dirty="0"/>
              <a:t>IN</a:t>
            </a:r>
            <a:r>
              <a:rPr lang="en-US" sz="2000" dirty="0"/>
              <a:t>(0, 1)); </a:t>
            </a:r>
          </a:p>
          <a:p>
            <a:pPr lvl="0">
              <a:spcBef>
                <a:spcPct val="0"/>
              </a:spcBef>
            </a:pPr>
            <a:r>
              <a:rPr lang="en-US" sz="2000" dirty="0"/>
              <a:t>id </a:t>
            </a:r>
            <a:r>
              <a:rPr lang="en-US" sz="2000" b="1" dirty="0"/>
              <a:t>varchar2</a:t>
            </a:r>
            <a:r>
              <a:rPr lang="en-US" sz="2000" dirty="0"/>
              <a:t>(10), </a:t>
            </a:r>
          </a:p>
          <a:p>
            <a:pPr lvl="0">
              <a:spcBef>
                <a:spcPct val="0"/>
              </a:spcBef>
            </a:pPr>
            <a:r>
              <a:rPr lang="en-US" sz="2000" dirty="0" err="1"/>
              <a:t>wdate</a:t>
            </a:r>
            <a:r>
              <a:rPr lang="en-US" sz="2000" dirty="0"/>
              <a:t> </a:t>
            </a:r>
            <a:r>
              <a:rPr lang="en-US" sz="2000" b="1" dirty="0"/>
              <a:t>timestamp</a:t>
            </a:r>
            <a:r>
              <a:rPr lang="en-US" sz="2000" dirty="0"/>
              <a:t> </a:t>
            </a:r>
            <a:r>
              <a:rPr lang="en-US" sz="2000" b="1" dirty="0"/>
              <a:t>DEFAULT</a:t>
            </a:r>
            <a:r>
              <a:rPr lang="en-US" sz="2000" dirty="0"/>
              <a:t> </a:t>
            </a:r>
            <a:r>
              <a:rPr lang="en-US" sz="2000" b="1" dirty="0" err="1"/>
              <a:t>sysdate</a:t>
            </a:r>
            <a:r>
              <a:rPr lang="en-US" sz="2000" dirty="0"/>
              <a:t>,</a:t>
            </a:r>
          </a:p>
          <a:p>
            <a:pPr lvl="0">
              <a:spcBef>
                <a:spcPct val="0"/>
              </a:spcBef>
            </a:pPr>
            <a:r>
              <a:rPr lang="en-US" sz="2000" dirty="0"/>
              <a:t> </a:t>
            </a:r>
            <a:r>
              <a:rPr lang="en-US" sz="2000" b="1" dirty="0"/>
              <a:t>foreign</a:t>
            </a:r>
            <a:r>
              <a:rPr lang="en-US" sz="2000" dirty="0"/>
              <a:t> </a:t>
            </a:r>
            <a:r>
              <a:rPr lang="en-US" sz="2000" b="1" dirty="0"/>
              <a:t>key</a:t>
            </a:r>
            <a:r>
              <a:rPr lang="en-US" sz="2000" dirty="0"/>
              <a:t> (book) </a:t>
            </a:r>
            <a:r>
              <a:rPr lang="en-US" sz="2000" b="1" dirty="0"/>
              <a:t>REFERENCES</a:t>
            </a:r>
            <a:r>
              <a:rPr lang="en-US" sz="2000" dirty="0"/>
              <a:t> Book(book) </a:t>
            </a:r>
            <a:r>
              <a:rPr lang="en-US" sz="2000" b="1" dirty="0"/>
              <a:t>on</a:t>
            </a:r>
            <a:r>
              <a:rPr lang="en-US" sz="2000" dirty="0"/>
              <a:t> </a:t>
            </a:r>
            <a:r>
              <a:rPr lang="en-US" sz="2000" b="1" dirty="0"/>
              <a:t>delete</a:t>
            </a:r>
            <a:r>
              <a:rPr lang="en-US" sz="2000" dirty="0"/>
              <a:t> </a:t>
            </a:r>
            <a:r>
              <a:rPr lang="en-US" sz="2000" b="1" dirty="0"/>
              <a:t>cascade</a:t>
            </a:r>
            <a:r>
              <a:rPr lang="en-US" sz="2000" dirty="0"/>
              <a:t>, </a:t>
            </a:r>
          </a:p>
          <a:p>
            <a:pPr lvl="0">
              <a:spcBef>
                <a:spcPct val="0"/>
              </a:spcBef>
            </a:pPr>
            <a:r>
              <a:rPr lang="en-US" sz="2000" b="1" dirty="0"/>
              <a:t>foreign</a:t>
            </a:r>
            <a:r>
              <a:rPr lang="en-US" sz="2000" dirty="0"/>
              <a:t> </a:t>
            </a:r>
            <a:r>
              <a:rPr lang="en-US" sz="2000" b="1" dirty="0"/>
              <a:t>key</a:t>
            </a:r>
            <a:r>
              <a:rPr lang="en-US" sz="2000" dirty="0"/>
              <a:t> (id) </a:t>
            </a:r>
            <a:r>
              <a:rPr lang="en-US" sz="2000" b="1" dirty="0"/>
              <a:t>references</a:t>
            </a:r>
            <a:r>
              <a:rPr lang="en-US" sz="2000" dirty="0"/>
              <a:t> Members(id) </a:t>
            </a:r>
            <a:r>
              <a:rPr lang="en-US" sz="2000" b="1" dirty="0"/>
              <a:t>on</a:t>
            </a:r>
            <a:r>
              <a:rPr lang="en-US" sz="2000" dirty="0"/>
              <a:t> </a:t>
            </a:r>
            <a:r>
              <a:rPr lang="en-US" sz="2000" b="1" dirty="0"/>
              <a:t>delete</a:t>
            </a:r>
            <a:r>
              <a:rPr lang="en-US" sz="2000" dirty="0"/>
              <a:t> </a:t>
            </a:r>
            <a:r>
              <a:rPr lang="en-US" sz="2000" b="1" dirty="0"/>
              <a:t>set</a:t>
            </a:r>
            <a:r>
              <a:rPr lang="en-US" sz="2000" dirty="0"/>
              <a:t> </a:t>
            </a:r>
            <a:r>
              <a:rPr lang="en-US" sz="2000" b="1" dirty="0"/>
              <a:t>null</a:t>
            </a:r>
            <a:r>
              <a:rPr lang="en-US" sz="2000" dirty="0"/>
              <a:t> </a:t>
            </a:r>
          </a:p>
          <a:p>
            <a:pPr lvl="0">
              <a:spcBef>
                <a:spcPct val="0"/>
              </a:spcBef>
            </a:pPr>
            <a:r>
              <a:rPr lang="en-US" sz="2000" dirty="0"/>
              <a:t>);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917596"/>
          </a:xfrm>
        </p:spPr>
        <p:txBody>
          <a:bodyPr/>
          <a:lstStyle/>
          <a:p>
            <a:r>
              <a:rPr lang="en-US" altLang="ko-KR" dirty="0"/>
              <a:t>View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CREATE OR REPLACE VIEW </a:t>
            </a:r>
            <a:r>
              <a:rPr lang="en-US" altLang="ko-KR" dirty="0" err="1"/>
              <a:t>ReviewAndBook</a:t>
            </a:r>
            <a:r>
              <a:rPr lang="en-US" altLang="ko-KR" dirty="0"/>
              <a:t> AS</a:t>
            </a:r>
          </a:p>
          <a:p>
            <a:r>
              <a:rPr lang="en-US" altLang="ko-KR" dirty="0"/>
              <a:t>SELECT </a:t>
            </a:r>
            <a:r>
              <a:rPr lang="en-US" altLang="ko-KR" dirty="0" err="1"/>
              <a:t>R.rnum</a:t>
            </a:r>
            <a:r>
              <a:rPr lang="en-US" altLang="ko-KR" dirty="0"/>
              <a:t> AS </a:t>
            </a:r>
            <a:r>
              <a:rPr lang="en-US" altLang="ko-KR" dirty="0" err="1"/>
              <a:t>rnum</a:t>
            </a:r>
            <a:r>
              <a:rPr lang="en-US" altLang="ko-KR" dirty="0"/>
              <a:t> , </a:t>
            </a:r>
            <a:r>
              <a:rPr lang="en-US" altLang="ko-KR" dirty="0" err="1"/>
              <a:t>B.book</a:t>
            </a:r>
            <a:r>
              <a:rPr lang="en-US" altLang="ko-KR" dirty="0"/>
              <a:t> AS book , </a:t>
            </a:r>
            <a:r>
              <a:rPr lang="en-US" altLang="ko-KR" dirty="0" err="1"/>
              <a:t>B.author</a:t>
            </a:r>
            <a:r>
              <a:rPr lang="en-US" altLang="ko-KR" dirty="0"/>
              <a:t> AS author, R.id AS id, </a:t>
            </a:r>
            <a:r>
              <a:rPr lang="en-US" altLang="ko-KR" dirty="0" err="1"/>
              <a:t>R.rtext</a:t>
            </a:r>
            <a:r>
              <a:rPr lang="en-US" altLang="ko-KR" dirty="0"/>
              <a:t> AS </a:t>
            </a:r>
            <a:r>
              <a:rPr lang="en-US" altLang="ko-KR" dirty="0" err="1"/>
              <a:t>rtext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FROM Review R, Book B </a:t>
            </a:r>
          </a:p>
          <a:p>
            <a:r>
              <a:rPr lang="en-US" altLang="ko-KR" dirty="0"/>
              <a:t>WHERE </a:t>
            </a:r>
            <a:r>
              <a:rPr lang="en-US" altLang="ko-KR" dirty="0" err="1"/>
              <a:t>R.book</a:t>
            </a:r>
            <a:r>
              <a:rPr lang="en-US" altLang="ko-KR" dirty="0"/>
              <a:t> = </a:t>
            </a:r>
            <a:r>
              <a:rPr lang="en-US" altLang="ko-KR" dirty="0" err="1"/>
              <a:t>B.book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56</a:t>
            </a:fld>
            <a:endParaRPr lang="ko-KR" altLang="en-US"/>
          </a:p>
        </p:txBody>
      </p:sp>
      <p:graphicFrame>
        <p:nvGraphicFramePr>
          <p:cNvPr id="11" name="내용 개체 틀 3"/>
          <p:cNvGraphicFramePr>
            <a:graphicFrameLocks/>
          </p:cNvGraphicFramePr>
          <p:nvPr/>
        </p:nvGraphicFramePr>
        <p:xfrm>
          <a:off x="0" y="40211"/>
          <a:ext cx="4357686" cy="71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933E-264A-4413-BE8E-C8720EAE4C8C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74B95-224C-454D-E210-6408413B07E2}"/>
              </a:ext>
            </a:extLst>
          </p:cNvPr>
          <p:cNvSpPr txBox="1"/>
          <p:nvPr/>
        </p:nvSpPr>
        <p:spPr>
          <a:xfrm>
            <a:off x="2699792" y="2780928"/>
            <a:ext cx="40879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dirty="0"/>
              <a:t>감사합니다</a:t>
            </a:r>
            <a:r>
              <a:rPr kumimoji="1" lang="en-US" altLang="ko-KR" dirty="0"/>
              <a:t>.</a:t>
            </a:r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r>
              <a:rPr kumimoji="1" lang="ko-KR" altLang="en-US" dirty="0"/>
              <a:t>소스 원본 링크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>
                <a:hlinkClick r:id="rId2"/>
              </a:rPr>
              <a:t>https://</a:t>
            </a:r>
            <a:r>
              <a:rPr kumimoji="1" lang="en-US" altLang="ko-KR" dirty="0" err="1">
                <a:hlinkClick r:id="rId2"/>
              </a:rPr>
              <a:t>url.kr</a:t>
            </a:r>
            <a:r>
              <a:rPr kumimoji="1" lang="en-US" altLang="ko-KR" dirty="0">
                <a:hlinkClick r:id="rId2"/>
              </a:rPr>
              <a:t>/dk4562</a:t>
            </a:r>
            <a:endParaRPr kumimoji="1" lang="en-US" altLang="ko-KR" dirty="0"/>
          </a:p>
          <a:p>
            <a:pPr algn="ctr"/>
            <a:endParaRPr kumimoji="1"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4907</Words>
  <Application>Microsoft Macintosh PowerPoint</Application>
  <PresentationFormat>화면 슬라이드 쇼(4:3)</PresentationFormat>
  <Paragraphs>1797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3" baseType="lpstr">
      <vt:lpstr>굴림체</vt:lpstr>
      <vt:lpstr>궁서</vt:lpstr>
      <vt:lpstr>맑은 고딕</vt:lpstr>
      <vt:lpstr>MalgunGothic</vt:lpstr>
      <vt:lpstr>Arial</vt:lpstr>
      <vt:lpstr>Office 테마</vt:lpstr>
      <vt:lpstr>1조 조별과제</vt:lpstr>
      <vt:lpstr>Contents</vt:lpstr>
      <vt:lpstr>본 프로그램을 통해서 회원,도서,리뷰 관리를 할 수 있는 java와DB(orcle 11g)를 사용한 자동화 프로그램을 만들 수 있다.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패키지</vt:lpstr>
      <vt:lpstr> </vt:lpstr>
      <vt:lpstr>Program 명세표</vt:lpstr>
      <vt:lpstr>PowerPoint 프레젠테이션</vt:lpstr>
      <vt:lpstr>InfoDesk 명세표</vt:lpstr>
      <vt:lpstr>PowerPoint 프레젠테이션</vt:lpstr>
      <vt:lpstr>membershipRounge 명세표</vt:lpstr>
      <vt:lpstr>PowerPoint 프레젠테이션</vt:lpstr>
      <vt:lpstr>Funtion 명세표</vt:lpstr>
      <vt:lpstr>PowerPoint 프레젠테이션</vt:lpstr>
      <vt:lpstr>DTO 명세표 1/2</vt:lpstr>
      <vt:lpstr>DTO 명세표 2/2</vt:lpstr>
      <vt:lpstr>PowerPoint 프레젠테이션</vt:lpstr>
      <vt:lpstr>DAO 명세표</vt:lpstr>
      <vt:lpstr>PowerPoint 프레젠테이션</vt:lpstr>
      <vt:lpstr>테이블정보</vt:lpstr>
      <vt:lpstr>PowerPoint 프레젠테이션</vt:lpstr>
      <vt:lpstr>CREATE TABLE Members(  id varchar2(10) PRIMARY KEY,  pw varchar2(10) ,  name varchar2(10),  point number(10)  DEFAULT 0  ); </vt:lpstr>
      <vt:lpstr>PowerPoint 프레젠테이션</vt:lpstr>
      <vt:lpstr>PowerPoint 프레젠테이션</vt:lpstr>
      <vt:lpstr>PowerPoint 프레젠테이션</vt:lpstr>
      <vt:lpstr>PowerPoint 프레젠테이션</vt:lpstr>
      <vt:lpstr>View쿼리문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1조 조별과제</dc:title>
  <dc:creator>human-20</dc:creator>
  <cp:lastModifiedBy>김가율</cp:lastModifiedBy>
  <cp:revision>21</cp:revision>
  <dcterms:created xsi:type="dcterms:W3CDTF">2023-11-10T05:25:56Z</dcterms:created>
  <dcterms:modified xsi:type="dcterms:W3CDTF">2023-11-10T08:28:14Z</dcterms:modified>
</cp:coreProperties>
</file>