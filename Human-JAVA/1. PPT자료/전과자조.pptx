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notesSlides/notesSlide1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Slides/notesSlide2.xml" ContentType="application/vnd.openxmlformats-officedocument.presentationml.notesSlide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notesSlides/notesSlide3.xml" ContentType="application/vnd.openxmlformats-officedocument.presentationml.notesSlide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71" r:id="rId2"/>
    <p:sldId id="272" r:id="rId3"/>
    <p:sldId id="275" r:id="rId4"/>
    <p:sldId id="273" r:id="rId5"/>
    <p:sldId id="264" r:id="rId6"/>
    <p:sldId id="279" r:id="rId7"/>
    <p:sldId id="284" r:id="rId8"/>
    <p:sldId id="283" r:id="rId9"/>
    <p:sldId id="288" r:id="rId10"/>
    <p:sldId id="316" r:id="rId11"/>
    <p:sldId id="317" r:id="rId12"/>
    <p:sldId id="315" r:id="rId13"/>
    <p:sldId id="287" r:id="rId14"/>
    <p:sldId id="299" r:id="rId15"/>
    <p:sldId id="276" r:id="rId16"/>
    <p:sldId id="300" r:id="rId17"/>
    <p:sldId id="308" r:id="rId18"/>
    <p:sldId id="310" r:id="rId19"/>
    <p:sldId id="311" r:id="rId20"/>
    <p:sldId id="312" r:id="rId21"/>
    <p:sldId id="313" r:id="rId22"/>
    <p:sldId id="296" r:id="rId23"/>
    <p:sldId id="268" r:id="rId24"/>
    <p:sldId id="319" r:id="rId25"/>
    <p:sldId id="320" r:id="rId26"/>
    <p:sldId id="318" r:id="rId27"/>
    <p:sldId id="314" r:id="rId28"/>
    <p:sldId id="297" r:id="rId29"/>
    <p:sldId id="304" r:id="rId30"/>
    <p:sldId id="298" r:id="rId31"/>
    <p:sldId id="277" r:id="rId32"/>
    <p:sldId id="306" r:id="rId33"/>
    <p:sldId id="307" r:id="rId34"/>
    <p:sldId id="265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CFD"/>
    <a:srgbClr val="3A6375"/>
    <a:srgbClr val="6C899B"/>
    <a:srgbClr val="718EA0"/>
    <a:srgbClr val="F3F9FB"/>
    <a:srgbClr val="23B0C3"/>
    <a:srgbClr val="146772"/>
    <a:srgbClr val="95E2EC"/>
    <a:srgbClr val="D0C6E9"/>
    <a:srgbClr val="FAD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81" autoAdjust="0"/>
    <p:restoredTop sz="94698"/>
  </p:normalViewPr>
  <p:slideViewPr>
    <p:cSldViewPr snapToGrid="0" showGuides="1">
      <p:cViewPr varScale="1">
        <p:scale>
          <a:sx n="134" d="100"/>
          <a:sy n="134" d="100"/>
        </p:scale>
        <p:origin x="408" y="192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4:31:41.655"/>
    </inkml:context>
    <inkml:brush xml:id="br0">
      <inkml:brushProperty name="width" value="0.35" units="cm"/>
      <inkml:brushProperty name="height" value="0.35" units="cm"/>
      <inkml:brushProperty name="color" value="#1D292E"/>
    </inkml:brush>
  </inkml:definitions>
  <inkml:trace contextRef="#ctx0" brushRef="#br0">1 47 21435,'25'-10'0,"-3"-3"983,-13 12-461,1-3 8,-1 4-530,1 0 0,20 0 0,-15 0 270,32 0-270,-16 0 0,46-4 0,-39 3-984,60-3 0,-78 4 0,66-5 0,-68 4 0,38-3 0,-43 4 0,9 0 237,-13 0 1730,1 0 0,-1 4 0,1-3 0,-1 3 0,22 5 0,-17-7 0,30 10 0,-32-11-377,14 3-606,-15-4 0,11 4 0,-10-2 0,43 6 0,-36-7 0,62 7 0,-58-7 0,71 3 0,-67-4 0,41 0 0,-56 0 0,26 0 0,-19 0 0,34 0 0,-26 0-984,65 4 0,-55-3 0,36 4 0,-45-1 0,14 5 0,-14-3 104,32 3 880,-44-5 0,61-3 0,-40 3 0,35-4 0,-41 0-448,33 4 448,-45-3 0,41 7 0,-47-7 0,17 4 0,-14-5 0,20 0 0,-18 0 983,33 0 0,-31 0 0,41 0 0,-37 0 0,21 0 0,-30 0 0,7 0-632,-11 0-351,3 0 0,-5 0 0,5 0 0,-4 4 0,17 1 0,-15 0 0,52 3 0,-39-7 0,31 4 0,-24-5 0,45 4 0,-32-3 0,50 3 0,-75-4 0,27 0 0,-34 0 0,30 0 0,-24 0 0,55-9 0,-50 7 0,65-10 0,-70 11 0,37-4 0,-45 5 0,12 0 0,-13 0 0,12 0 0,-10 0 0,39 0 0,-24 0-984,19 0 0,-28 0 0,-3 0 0,-4 0 0,3 0 0,-5 0 0,1 0 584,-1 0 400,1 0 0,-1 0 0,1 0 0,-1 0 0,6 0 0,0 0-984,1 0 0,-2 0 0,-4 0 0,41 5 299,-31-4 685,36 3 983,-37 0 0,1-3 0,-1 3 0,12-4-180,-18 0-803,52 0 0,-46 0 0,40 0 0,2 0 0,-34 0 0,28 0 0,-3 0 0,-37 0 983,20 0 0,-25 0 0,-1 0 0,1 0 0,7 0 0,-5 0 0,44 8-690,-33-6-293,42 11 0,-43-12 0,22 3 0,-26-4 0,9 0 0,-18 0 0,1 0 0,-1 0 0,9 0 0,-6-4 0,18 3 0,-22-8 0,39 0 0,-36 3 0,24-3 0,-25 9 0,-5-4 0,7 3 0,3-12 0,1 11 0,6-10 0,-11 6 0,11-3 0,-11 4 0,7-4 0,-8 8 0,-5-7 0,8 7 0,-7-4 0,8 5 0,-1-4 0,-2 3 0,11-7 0,-11 7 0,7-4 0,-12 1 0,6 3 0,-6-3 0,8 4 0,-4 0 0,-1 0 0,1 0 0,-1 0 0,1 0 0,-1 0 0,0 0 0,1-4 0,-1-2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4:31:51.434"/>
    </inkml:context>
    <inkml:brush xml:id="br0">
      <inkml:brushProperty name="width" value="0.35" units="cm"/>
      <inkml:brushProperty name="height" value="0.35" units="cm"/>
      <inkml:brushProperty name="color" value="#1D292E"/>
    </inkml:brush>
  </inkml:definitions>
  <inkml:trace contextRef="#ctx0" brushRef="#br0">0 74 21546,'20'-16'0,"-2"4"0,-8 12 0,-1 0 0,1 0 983,3-4-512,44-2-471,-18 1-492,38 2 0,3 2-492,-33 1 492,8-1 0,2 2-492,8 7 0,-32-6 845,26 4 0,22 3 0,-1-2 139,-12-3 0,0-2 0,0 1 0,1 2 0,-1 1 0,2-2 0,11-4 0,2-2 0,-24 0 983,-29-1 0,40-6 0,-60 9 0,-1 0 0,9 0 0,-6 0 0,6 0-952,12 0-31,31-4 0,-19 3 0,31-8 0,-59 4 0,16-4 0,-19 3 0,11-2 0,-11 7 0,28-7 0,-24 6 0,20-6 0,-25 7 0,4-3 0,-5 4 0,1 0 0,-1 0 0,1 0 0,-1 0 0,1 0 0,-1 0 0,1 0 0,-1 0 0,26 0 0,6 0 0,34 0 0,-28 0 0,39 4 0,-53-3 0,37 7 0,-47-7 0,11 8 0,-22-8 0,10 7 0,-12-7 0,13 3 0,-12-4 0,24 0 0,-21 0 0,24 4 0,-16-3 0,23 8 0,-22-8 0,62 15 0,-62-13 0,54 10 0,-64-13 0,9 0 0,-13 0 0,-3 4 0,6-3 0,-5 3 0,6-4 0,-3 0 0,-1 0 0,1 4 0,-1-7 0,1 2 0,-1-9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9:12.4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5457 80 18827,'-32'-11'0,"1"2"0,14 6 983,-31 0 0,24-1-311,-22 1 308,30 3-980,-24-5 0,26 3 511,-37-6-511,41 7 983,-22-2-347,23 3-636,-17 0 0,17 0 0,-22 3 0,20-3-984,-38 6 0,36-5 0,-42 2 0,43-3 0,-16 0 0,1 0 0,2 0 466,-4 0 518,-3 0 983,23 0 0,-20 0 0,20 0 0,-15 2 0,17-1 0,-14 2 0,13-3-458,-21 0-525,19 0 0,-39 0 0,36 0 0,-41 0 0,40 0 0,-41 0 0,38 0 0,-49 0 0,52 0 0,-44 0 0,44 0 0,-54 0 0,46 0 0,-52 0 0,58 0 0,-64 0 0,52 0 0,-70 0 0,69 0 0,-62 0 0,66 0 0,-72 0 0,73 0 0,-62 3 0,71-2 0,-26 1 0,7-2 0,21 0 0,-22 0 0,29 0 0,-1 0 0,-5 3 0,5-2 0,-5 2 0,2-3 0,3 0 0,-5 0 0,-9 0 0,9 0 0,-26 0 0,28 0 0,-63 2 0,55-1 0,-63 2 0,68-3 0,-61 0 0,55 0 0,-53 0 0,54 0 0,-55 0 0,53 0 0,-56-3 0,63 2 0,-32-1 0,32 2 0,-28 0 0,27 0 0,-32-3 0,35 2 0,-43-2 0,40 3 0,-37 0 0,40 0 0,-18 0 0,21 0 0,-15 0 0,14 0 0,-28 0 0,25 3 0,-42-2 0,41 1-984,-47 1 0,47-2 0,-47 5 0,47-6 0,-44 6 0,45-5 0,-28 1 241,31-2 1726,-23 3 0,19-2 0,-22 2 0,22-3 0,-41 5 0,39-3-1967,-48 6 0,52-7 0,-52 5 0,48-6 0,-39 6 0,44-5 0,-25 4 0,25-4 0,-27 5 0,27-6 1967,-14 3 0,-5-3 0,17 0-497,-54 3-486,51-2 0,-69 2 0,61-3 0,-48 0 0,53 0 0,-28 0 0,35 0 0,-37 0 0,35 0 0,-47 0 0,46 0 0,-49 0 0,47 0 0,-57 0 0,55 0 0,-48 0 0,54 0 983,-28 0 0,30 0 0,-27 0 0,26 0 0,-41 0-819,40 0-164,-54 0 0,51 0 0,-47 0 0,46 0 0,-33 2 0,34-1 983,-22 2 0,22-3 0,-4 0-873,4 0-110,8 0 0,-2 0 0,0 0 0,-1 3 0,0-3 0,1 3-448,0-3 448,-1 0-984,-17 0 0,14 0 0,-22 0 0,26 0 0,-8 0 0,10 0 252,1 0 732,14-17 0,3 7 0,10-11 0,21 3 0,-27 9 0,41-15 0,-44 19 0,35-12 0,-36 15 0,32-9 0,-28 9 300,29-6-300,-30 7 983,21-2 0,-26 3 0,20 3 0,-19 0 0,28 7 0,-24-6-97,45 13-886,-39-15 0,54 21 0,-56-17 0,51 14 0,-55-15 0,32 6 0,-36-10 0,7 2 0,-10-3 0,-1 0 0,44 0 0,-30 0 0,31 0 0,-9 0 0,-27 0 0,45 0 0,-49 0 0,16 0 0,-21 0 0,0 0 0,7 0 0,-6 0 0,23 0 0,-19 0 0,50 0 0,-45 0-984,42 0 0,-48 0 738,11 0 0,-17 0 0,-1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4:58:41.477"/>
    </inkml:context>
    <inkml:brush xml:id="br0">
      <inkml:brushProperty name="width" value="0.35" units="cm"/>
      <inkml:brushProperty name="height" value="0.35" units="cm"/>
      <inkml:brushProperty name="color" value="#1D292E"/>
    </inkml:brush>
  </inkml:definitions>
  <inkml:trace contextRef="#ctx0" brushRef="#br0">19 1 24575,'-11'24'0,"3"-2"0,8-12 0,0-5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4:58:40.611"/>
    </inkml:context>
    <inkml:brush xml:id="br0">
      <inkml:brushProperty name="width" value="0.35" units="cm"/>
      <inkml:brushProperty name="height" value="0.35" units="cm"/>
      <inkml:brushProperty name="color" value="#1D292E"/>
    </inkml:brush>
  </inkml:definitions>
  <inkml:trace contextRef="#ctx0" brushRef="#br0">0 155 24575,'15'-21'0,"-1"4"0,-5 17 0,1 0 0,-1 0 0,1 0 0,3-4 0,-2 3 0,19-7 0,-12 2 0,10 1 0,-15 1 0,-3 4 0,-1 0 0,1 0 0,-1 0 0,1 0 0,-1 0 0,1-4 0,-1 3-984,0-4 0,1 5 0,46 0 0,-31 0 0,32 0 0,-44 0 0,-3 0 0,-1 0 0,1 0 1967,-1 0 0,1 0 0,-1 0 0,1 0 0,-1 0-586,1 0-397,-1 0 651,1 0-651,20 0 0,-11 5 0,13-4 983,-10 3 0,-11-4-460,7 0-650,-8 0 127,-1 0 0,1 0 0,8 4 0,-7-3 0,7 3 0,21 0 0,-14-3 0,58 8 0,-54-8-310,22 3 310,-41-4 0,-1 0 0,1 0 0,-1 0 0,1 0 0,-1 0 0,1 0 0,20 0 0,-15 0 0,45 0 0,-43 0 0,22 0 0,-30 0 0,1 0 0,-1 0 0,5 0 0,-3 0 841,4 0-841,-1 0 0,-3 0 0,3 0 0,-4 0 0,7 0 0,29 0 0,-20 0 0,42 0 0,-52 0 0,19 0 0,-26 0 0,1 0 0,-1 0 0,1 0 0,8 0 0,-2 0 0,15 0 0,-14 0 0,5 0 0,-13 0 0,5 0 0,-3 0 0,28 0 0,-24 0 0,45 0 0,-40 0 0,58 4 0,-54 1-815,32 0 815,-45-1 0,2-4 0,-3 0 0,-1 4 0,1-2 0,-1 2 0,1-4 0,-1 0 0,6 4 0,-5-3 0,5 4 0,-6-5 0,1 0 0,41 4 0,-26-3-984,28 3 916,-39-4 68,-4 0 0,-1 0 0,1 0 0,-1 0 771,1 0-771,-1 0 0,1 4 0,46 2 0,-35-1-984,34-1 0,-45 0 0,-1-3 1773,9 3-789,-6 0 0,56 6 0,-46-4-492,31 1 0,1-2-492,-33-4 0,76 8 0,-77-8 0,53 7 186,-20-3 798,-13 0 0,24-1 0,-50-4 0,24 0 0,35 9 0,3-7 0,3 7 0,-19-9 0,-47 0 983,25 0 0,-24 0 0,12 0 0,-12 0 0,13 0 0,-9 0 0,34 0 0,-36 0 0,40 0-853,-42 0-130,29 0 0,-30 0 0,18 0 0,-20 0 0,20-4 0,-19 3 0,19-4 0,-20 5 0,20 0 0,-19 0 0,19 0 0,-19 0 0,14 0 0,-15 0 0,28-4 0,-24 3 0,37-7 0,-38 7 0,30-3 0,-32 4 0,27 0 0,-25 0 0,21 0 0,-24 0 0,24-5 0,-21 4 0,24-3 0,-21 4 0,40-4 0,-35 3 0,47-3 0,-58-1 0,35 4 0,-37-3 0,21 4 0,-18 0 0,23-4 0,-22 3 0,22-3 0,-23-1 0,14 4 0,-6-3 0,8 4 0,-8 0 0,15-4 0,-21 3 0,33-7 0,-32 6 0,24-6 0,-28 7 0,7-3 0,-8 4 0,-1 0 0,1 0 0,-1 0 0,5 0 0,-4 0 0,4 0 0,-4-4 0,-1 3 0,0-4 0,1 5 0,-1-4 0,1 3 0,-1-3 0,1 4 0,-1-4 0,1 3 0,-1-4 0,5 1 0,-4-1 0,21-5 0,-17 5 0,25-3 0,-27 7 0,6-8 0,-9 8 0,-4-3 0,4 0 0,1 3 0,-1-3 0,1 4 0,-1-5 0,1 4 0,-34 1 0,17 1 0,-27 3 0,12-4 0,9 0 0,-8 0 0,-76 0 0,61 0 0,-25-4 0,-19-3 0,17 1 0,17 1 0,-27-4 0,-20-3 0,21 3 0,27 6 0,-39-6 0,6 1 0,56 7 0,-50-7 0,51 7 0,-30-4 0,35 5 0,-44 0 0,37 0-984,-57 4 0,58-2 492,-51 8 0,-6 1-492,32-7 492,-49 10 0,4-2-492,60-9 492,-38 3 0,2 0-492,44-5 0,-70 4 0,66-1 1149,-9-3-165,11 3 983,15-4 0,-6 0 0,6 0 0,-2 0 0,4 0 0,-1 0 0,1 0 0,0 0 0,-1 0-155,1 0-828,-4 0 0,2 0 0,-2 0 0,3 0 0,1 0 0,-4 0 0,2 0 0,-2 0 0,-25 0 0,4 0 0,-8 0 0,16 0 0,17 0 0,-1 0 0,1 0 0,0 0 0,-1 0 0,-3 0 0,3 0 0,-4 0 0,5 0 0,0 0 0,-1 0 0,1 0 0,0 0 0,-9 0 0,7 0 0,-24 8 0,22-6 0,-13 7 0,17-9 0,-1 0 0,1 0 0,0 0 0,-1 0 0,1 0 0,-4 0 0,2 0 0,-10 4 0,9-3 0,-5 7 0,7-7 0,1 3 0,0-4 0,3 9 0,2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4:58:43.091"/>
    </inkml:context>
    <inkml:brush xml:id="br0">
      <inkml:brushProperty name="width" value="0.35" units="cm"/>
      <inkml:brushProperty name="height" value="0.35" units="cm"/>
      <inkml:brushProperty name="color" value="#1D292E"/>
    </inkml:brush>
  </inkml:definitions>
  <inkml:trace contextRef="#ctx0" brushRef="#br0">1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4:58:43.790"/>
    </inkml:context>
    <inkml:brush xml:id="br0">
      <inkml:brushProperty name="width" value="0.35" units="cm"/>
      <inkml:brushProperty name="height" value="0.35" units="cm"/>
      <inkml:brushProperty name="color" value="#1D292E"/>
    </inkml:brush>
  </inkml:definitions>
  <inkml:trace contextRef="#ctx0" brushRef="#br0">0 1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26.928"/>
    </inkml:context>
    <inkml:brush xml:id="br0">
      <inkml:brushProperty name="width" value="0.35" units="cm"/>
      <inkml:brushProperty name="height" value="0.35" units="cm"/>
      <inkml:brushProperty name="color" value="#C8E1EB"/>
    </inkml:brush>
  </inkml:definitions>
  <inkml:trace contextRef="#ctx0" brushRef="#br0">0 33 24575,'25'0'0,"-4"0"0,-15 0 0,0 0 0,7 0 0,-5 0 0,4 0 0,-3 0 0,-2 0 0,8 0 0,-7 0 0,4 0-984,42-3 0,-36 3 492,35-2 0,1 1-492,-31 1 0,69 0 0,-75 0 0,59 0 0,-57 0 0,54 0 0,-56 0 0,44 0 505,-48 0 479,19-3 0,-3 2 0,-16-4 983,25 4 0,-30-2 0,24 0 0,-21 2 0,21-4 0,-23 4 0,17-2 0,-16 3 0,19 0 0,-20 0 0,24 0-493,-9 3-490,0-2 0,20 1 0,-32-2 0,38 0 0,-36 0 0,36 3 0,-35-2 0,46 2 0,-47 0 0,48-3 0,-50 3 0,41-3 0,-41 0 0,34 0 0,-35 0 0,30 0 0,-30 0 0,29 0 0,-29 0 0,42 0 0,-40 0 0,39 0 0,-41 0 0,13 0 0,-9 0 0,-7 0 0,27 0 0,-9-3 0,4 3 0,11-3 0,-29 3 0,34 0 0,-34 0 0,31 0 0,-32 0 0,24 0 0,-26 0 0,15 0 0,-16 0 0,10 0 0,-10 0 0,12 0 0,-11 0 0,18 0 0,-18 0 0,20 0 0,-20 0 0,24 0 0,-23 0 0,25 0 0,-25 0 0,19 0 0,-20 0 0,17 0 0,-16 0 0,25 0 0,-27 3 0,40-3 0,-38 3 0,45 0 0,-42-2 0,39 1 0,-40-2 0,29 0 0,-32 0 0,26 0 0,-24 0 0,38 0 0,-36 0 0,42 0 0,-42 0 0,39 0 0,-40 0 0,35 0 0,-34 0 0,29-2 0,-29 1 0,25-2 0,-28 3 0,34 0 0,-32-3 0,35 2 0,-37-2 0,31 1 0,-30 1 0,24-5 0,-26 5 0,9-1 0,-11 2 0,-1 0 0,6 0 0,-1 0 0,2 0 0,-4 0 0,12 0 0,-11 0 0,11 0 0,2 0 0,7 0 0,-2 0 0,3 0 0,-23 0 0,10 0 0,-10 0 0,9 0 0,-9 0 0,13 0 0,-12 0 0,23 0 0,-21 0 0,30 0 0,-30 0 0,27 0 0,-28 0 0,17 0 0,-19 0 0,7 0 0,-8 0 0,14 0 0,-12 0 0,26 0 0,-24 0 0,27 0 0,-28 0 0,22 0 0,-23 0 0,18 0 0,-19 0 0,13 0 0,-13 0 0,16 0 0,-15 0 0,29 0 0,-27 0 0,24 0 0,-26 0 0,17 0 0,-16 0 0,16 0 0,-17 0 0,12 0 0,-13 0 0,15 0 0,-14 0 0,21 0 0,-21 0 0,15 0 0,-16 0 0,21 0 0,-18 0 0,21 0 0,-23 0 0,17 0 0,-17 0 0,18 0 0,-19 0 0,22 0 0,-20 0 0,31 5 0,-30-3 0,27 3 0,-29-5 0,26 3 0,-24-2 0,21 2 0,-23-3 0,12 0 0,-13 0 0,15 0 0,-13 0-984,19 0 0,-20 0 0,26 0 0,-24 0 0,27 0 0,-28 0 0,14 0 723,-17 0 1244,2 0 0,0 0 0,-1 0 0,4-3 0,-5 2 0,2-2 0,1 3-715,-3 0-268,16 0 0,-13 0 0,23 0 0,-24 0 0,9 0 0,-12 0 0,1 0 0,5 0 0,-4 0 0,4 0 0,6 0 0,-9 0 0,9 0 0,-12 0 0,1 0 0,5 0 0,-4 0 0,4 0 0,-3 0 0,-1 0 0,4 0 0,-5 0 0,2-3 0,-2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5:11:27.753"/>
    </inkml:context>
    <inkml:brush xml:id="br0">
      <inkml:brushProperty name="width" value="0.35" units="cm"/>
      <inkml:brushProperty name="height" value="0.35" units="cm"/>
      <inkml:brushProperty name="color" value="#1D292E"/>
    </inkml:brush>
  </inkml:definitions>
  <inkml:trace contextRef="#ctx0" brushRef="#br0">0 19 24575,'26'-10'0,"-4"1"0,-17 13 0,3-3 0,2 8 0,13 4 0,-2-2 0,36 15 0,-14-10 0,48 7 0,-40-8 0,10-2 0,2 0 0,3-1 0,-9 2 0,-2-2 0,-1-6 0,4 7 0,-39-8 0,10 0 0,-23-1 0,3-4 0,5 5 0,-4-4 0,4 3 0,0-4 0,-4 0 0,29 4 0,-19-3 0,20 3 0,-25-4 0,7 0 0,-10 0 0,6 0 0,-9 0 0,0 0 0,1 0 0,25 0 0,-20 0 0,24 0 0,-24 0 0,25 0 0,-16 0 0,37 0 0,-41 0 0,61-4 0,-60 3 0,52-8 0,-59 8 0,20-3 0,-26 0 0,9 3 0,-45-8 0,12 8 0,-20-3 0,-63 4 0,65 0 0,-62 0 0,37 0 0,6 0-984,15 0 492,-19 0 0,8 0-492,39 0 600,-28-4 384,22 3 0,-60-3 0,57 4-492,-35 0 0,-1 0-492,30 0 0,-68 0 0,78 0 643,-31 0 341,32 0 0,-12 0 0,17 0 983,0 0 0,-5 8 0,4-6 0,-4 6 0,5-4 0,0-3 0,-1 4-251,1-5-732,0 0 0,-25 12 0,18-9-984,-59 26 0,55-25 0,-39 17 0,47-20 0,-5 3 0,7 0 104,1-3 880,0 4 983,33-10 0,-12 4 0,24-3 0,-10 0 0,9 3-492,30-5 1,5-1 394,-7 0-886,9 3 0,16-1 0,-13 0-511,10-1 511,16 4 0,-3 0-984,-32 2 0,32-4 776,-24 3 208,16-2 0,4 1 0,-42 2 0,1 0 0,28 0 0,11 0 0,-22 0 0,-26 0 0,50 0 0,4 0 0,-36 0 0,16-2 0,-1 0 0,-27 1 0,12-2 0,-6 1 0,-34 2 455,47-4-455,-57 3 983,6-3 0,-9 4-717,5 0-266,1 0 0,-1 0 0,0 0 0,-4 0 0,-1 0 0,1 0 0,-1 0 0,9 4 0,50 1 0,-36 0 0,32 2 0,-2-2 0,-38-2 0,67 9 0,-76-11 0,28 7 0,-30-7 0,17 8 0,-10-8 0,25 7 0,-20-7 0,40 3 0,2 0 0,-33-3 0,18 2 0,3-2 0,-8-1 0,-28 0 0,37 0 0,-45 0 0,12 0 0,-13 0 0,21-4 0,-5 3 0,3-7 0,14 3 0,23-5 0,-23 5 0,38 1 0,-66 4 0,32 0 0,-33-5 0,46 0 0,-42 0 0,46-4 0,-50 8 0,34-3 0,-22 4 0,4 0 0,9-4 0,25-1 0,-25-1 0,50 2 0,-68 4 0,40-4 0,-42 3 0,28-7 0,-33 6 0,17-6 0,-8 3 0,-6 0 0,26 0 0,-12 1 0,0-1 0,-6 0 0,-20 0 0,1 1 0,6 3 0,-5-7 0,6 7 0,-3-4 0,-1 5 0,1 0 0,-1 0 0,9 0 0,-2 0 0,15 0 0,-14 0 0,14 0 0,-24-4 0,10 3 0,-12-3 0,9 4 0,-4 0 0,4 0 0,-4 0 0,-1 0 0,1 0 0,-1 0 0,0 0 0,1 0 0,-1 0 0,1 0 0,-1 0 0,1 0 0,-1 0 0,-3 12 0,-2-4 0,-4 9 0,0-7 0,0-1 0,-4 0 0,3 1 0,13-5 0,-3-1 0,13-4 0,-13 0 0,1 0 0,-1 0 0,1 0 0,-1 0 0,1 0 0,-1 0 0,1 0 0,-1 0 0,1 0 0,-1 0 0,0 0 0,1 0 0,-34 4 0,17-3 0,-27 3 0,29 0 0,-8-3 0,7 4 0,-7-5 0,3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5:22:12.2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1 109 24575,'26'-10'0,"-5"4"0,-12 3 0,0 0 0,1 2 0,8-4 0,-7 4 0,40-7 0,-33 6 0,56-9 0,-58 10 0,49-8 0,-51 9 0,20-4 0,-3 4 0,-12 0 0,36 0 0,-37 0 0,24 0 0,-32 0 0,18 0 0,-11 0 0,0 0 0,8 0 0,-16 0 0,23 0 0,-23 0 0,17 0 0,-18 0 0,9 0 0,-9 0 0,3 0 0,-1 0 0,-1 0 0,1 0 0,13 0 0,-13 0 0,29 0 0,-28 0 0,29 0 0,-30 0 0,18 0 0,-22-2 0,13 1 0,-14-2 0,18 3 0,-14 0 0,19 0 0,-19 0 0,20 0 0,-20 0 0,28 0 0,-26 0 0,17 0 0,-21 0 0,5 0 0,-2 0 0,0 0 0,1 0 0,2 0 0,-3 0 0,13 0 0,-14 0 0,22 3 0,-21-2 0,10 1 0,-13-2 0,-1 0 0,6 0 0,-5 0 0,5 0 0,-3 0 0,-2 0 0,8 0 0,-8 0 0,19 0 0,-16 0 0,24 0 0,-25 0 0,20 0 0,-21 0 0,10 0 0,-11 0 0,10 0 0,-9 0 0,15 0 0,-14 0 0,16 0 0,-16 0 0,14 0 0,-15 0 0,6 0 0,-7-2 0,2 1 0,0-2 0,1 3 0,0 0 0,2 0 0,-5 0 0,4 0 0,-1 0 0,0 0 0,2 0 0,-5 0 0,4 0 0,-4 3 0,5-2 0,-5 1 0,2 1 0,8 3 0,-7-2 0,24 4 0,-24-4 0,24 2 0,-25-3 0,14 3 0,-15-5 0,12 1 0,-12-2 0,15 3 0,-15-2 0,15 1 0,-14-2 0,5 0 0,-8 0 0,6 0 0,-4 0 0,4 0 0,5 0 0,-8 0 0,20 0 0,-20 0 0,16 0 0,-16 0 0,8 0 0,-10 0 0,13 0 0,-11 0 0,20 0 0,-20 0 0,16 0 0,-16 0 0,8 0 0,-10 0 0,2 0 0,3 0 0,-5 0 0,5 0 0,-3 0 0,-2 0 0,5 0 0,-2 0 0,2 0 0,-2 0 0,2 0 0,-5 0 0,4 0 0,-1 0 0,5 0 0,-4 0 0,12 0 0,-14 0 0,19 0 0,-19 0 0,17 0 0,-18 0 0,13 0 0,-14 0 0,16 0 0,-14 0 0,17 0 0,-18 0 0,12 0 0,-12 0 0,4 0 0,-3 0 0,-2 0 0,5 0 0,-3 0 0,12 0 0,-9 0 0,19 0 0,-21 0 0,21 0 0,-22 0 0,9 0 0,-12 0 0,0 0 0,6 0 0,-5 0 0,5 0 0,-3-2 0,-2 1 0,5-2 0,-5 0 0,2 3 0,0-3 0,-2 0 0,5 3 0,-5-3 0,5 3 0,-3 0 0,1 0 0,-1-3 0,3 2 0,-5-2 0,11 1 0,-11 1 0,8-2 0,-8 3 0,2 0 0,3 0 0,-5 0 0,5-3 0,-3 3 0,-2-3 0,8 0 0,-8 3 0,11-3 0,-11 3 0,5-3 0,-3 2 0,-2-2 0,8 3 0,-8 0 0,5 0 0,-3 0 0,-2 0 0,5 0 0,-2 0 0,0 0 0,1 0 0,-4 0 0,5 0 0,-2 0 0,8 0 0,-7 0 0,12 0 0,-15 0 0,12 0 0,-12 0 0,4 0 0,-3 0 0,1 0 0,-1 0 0,9 0 0,-10 0 0,12 0 0,-12 0 0,6 0 0,-7 0 0,5 0 0,-2 0 0,2 0 0,-2 0 0,5 0 0,-8 0 0,8 0 0,-8 0 0,2 0 0,3 0 0,1 0 0,0 0 0,7 0 0,-11 0 0,11 0 0,-13 0 0,8 0 0,-8 0 0,2 0 0,0-2 0,1 1-984,-1-2 0,3 3 0,-5 0 0,5 0 0,-2 0 0,-1 0 0,3 0 588,-5 0 1379,10 0 0,-8 0 0,16 0 0,-15 0 0,18 0 0,-19 0 0,22 0-580,-21 3-403,32-2 0,-30 4 0,25-4 0,-29 2 0,29-3 0,-25 0 0,28 0 0,-31 0 0,22 0 0,-21 0 0,18 0 0,-20 0 0,15 0 0,-14 0 0,16-3 0,-16 2 0,20-2 0,-20 3 0,14-2 0,-16 1 0,8-2 0,-8 3 0,5 0 0,-3 0 0,1 0 0,-1-3 0,0 3 0,1-3 0,0 3 0,1 0 0,-4 0 0,5 0 0,-2 0 0,0 0 0,1 0 0,-4-3 0,5 2 0,-5-1 0,5 2 0,-2 0 0,-1 0 0,6-3 0,-7 2 0,6-2 0,-7 3 0,2 0 0,0-2 0,1 1 0,0-2 0,7 3 0,-9 0 0,18 0 0,-17 0 0,11-3 0,-13 3 0,2-3 0,3 3 0,-2 0 0,3 0 0,-4 0 0,0 0 0,6 0 0,-4 0 0,4 0 0,-9-3 0,3 2 0,1-1 0,0 2 0,2 0 0,11 0 0,-10 0 0,27 2 0,-30-1 0,16 2 0,-19-3 0,2 0 0,3 0 0,-5 0 0,5 0 0,-3 0 0,-35 5 0,22-3 0,-30 6 0,28-8 0,0 3 0,-6-3 0,5 0 0,-5 0 0,3 3 0,-17-2 0,13 1 0,-13-2 0,-24 0 0,31 0 0,-69 0 0,70 0 0,-70 0 0,70 0 0,-49 0 0,57 0 0,-16 0 0,20 0 0,-14 0 0,11 0 0,-25 0 0,21 0 0,-40 0 0,37 0 0,-45 0 0,49 0 0,-41 0 0,41 0 0,-32 0 0,25 0 0,-5 0 0,7 0 0,10 0 0,-2 0 0,-3 0 0,5 0 0,-5 0 0,3 0 0,3 0 0,-6 0 0,2 0 0,1 0 0,-3 0 0,5 0 0,-4 0 0,1 3 0,1-2 0,-3 1 0,5 1 0,-10 1 0,9-1 0,-12 0 0,12-3 0,-14 5 0,13-1 0,-8 2 0,11-3 0,0-3 0,-6 3 0,4-2 0,-3 1 0,2 1 0,2-2 0,-4 7 0,4-7 0,-8 8 0,8-9 0,-10 6 0,9-6 0,-6 6 0,7-5 0,-2 4 0,0-2 0,2 4 0,-1-1 0,-1 0 0,2-3 0,-2 3 0,0-3 0,2 1 0,-4-2 0,4 1 0,-5-8 0,5 4 0,-2-5 0,-2 0 0,3 5 0,-22-10 0,19 9 0,-31-9 0,32 10 0,-10-4 0,14 4 0,3-2 0,-11 3 0,5 0 0,-5 0 0,5 0 0,2 0 0,-4 0 0,1 0 0,1 0 0,-3 0 0,5 0 0,-5 0 0,3 0 0,-1 0 0,-1 0 0,4 0 0,-5 0 0,3 0 0,-1 0 0,-2 0 0,6 0 0,-6 0 0,2 0 0,1 0 0,-3 0 0,5 0 0,-4 0 0,1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5:11:37.364"/>
    </inkml:context>
    <inkml:brush xml:id="br0">
      <inkml:brushProperty name="width" value="0.35" units="cm"/>
      <inkml:brushProperty name="height" value="0.35" units="cm"/>
      <inkml:brushProperty name="color" value="#1D292E"/>
    </inkml:brush>
  </inkml:definitions>
  <inkml:trace contextRef="#ctx0" brushRef="#br0">0 53 24575,'25'0'0,"-3"0"0,-12 0 0,-1 0 0,1 0 0,-1 0 0,5 0 0,1 0 0,8 0 0,-3 0 0,-1 0 0,7 4-492,24 7 0,3 1-492,-8-3 492,29 7 0,-5-2-492,-45-12 492,26 7 0,0-1-492,-25-6 0,31 6 0,4 0 1967,-34-5-959,35 5 959,-47-8 0,-5 0 0,1 0 0,-1 0 0,5 4 0,26-3-16,-11 3-967,21 1 0,2-2 0,-15-1-492,23 5 0,-3-1-492,-31-5 0,59 7 0,-68-7 0,34 3 0,-38-4 0,30 0 0,-28 0 177,49 0 807,-46 0 0,67 0 0,-60 0 0,36 0 0,2 0 0,-25 0 0,30-2 0,-2 0 0,-39 1-492,28-1 0,-2 0-492,-32 2 1691,60 0-707,-65 0 983,48 0-608,-47 0-394,55 0 19,-54 0 983,30 0 0,-38 0 0,4 0 0,-5 0 0,5 4 0,-3-3 0,11 7 0,-11-7-246,24 8-737,-17-8 0,30 7 0,-29-7 0,16 7 0,-25-7 0,4 4 0,-4-5 0,-1 4 0,1-3 0,-1 3 0,0 0 0,10-3 0,-3 7 0,4-7 0,10 8 0,-16-8 0,33 3 0,-32-4 0,24 0 0,-27 0 0,10 4 0,1-3 0,23 7 0,-4-7 0,0 3 0,10 1 0,3 0 0,-7 0 0,33-1 0,-63-4 0,29 0 0,-36 0 0,11 0 0,-11 0 0,28 0 0,-24 0 0,32 0 0,-29 0 0,48 0 0,-43 0 0,28 4 0,0 0 0,-28-2 0,45 7 0,-57-9 0,19 4 0,-16-3 0,12 3 0,13-4 0,-22 0-984,47 0 0,-48 0 0,48 0 0,-47 0 0,39 0 0,-4 0 0,-17-4 0,29-1 816,-41-1 168,34-2 0,-31 7 983,29-3 0,-41 4 0,21 0 0,-24 0 0,24-9 0,-21 7 0,37-11 0,-35 12-807,23-3-176,-28 4 0,11 0 0,-11 0 0,7 0 0,-4 0 0,13 0 0,-5-4 0,23 3 0,-28-3 0,10 0 0,-18 2 0,1-2 0,3 0 0,-2 3 0,7-3 0,-8 0 0,8 3 0,-7-4 0,-2 1 0,0 3 0,-8-12 0,3 7 0,-4-8 0,0 1 0,0 2 0,0-11 0,0 11 0,0-7 0,0 8 0,0 1 0,0-1 0,4 1 0,1-1 0,5 5 0,-5-3 0,8 2 0,-7 1 0,4 1 0,-2 0 0,-3 3 0,9-4 0,-3 5 0,2 0 0,-3 0 0,-1 0 0,1 5 0,-1 0 0,-4 4 0,0 0 0,-10 1 0,4-1 0,-11 0 0,6-3 0,-4 2 0,2-3 0,3 0 0,-4 3 0,-1-2 0,5 3 0,-3-4 0,-1 3 0,-2-7 0,-2 4 0,8-1 0,-4 1 0,0 0 0,-1 3 0,-4-7 0,-3 4 0,5-5 0,-10 0 0,12 0 0,-16 0 0,14 0 0,-18 0 0,18 0 0,-5-5 0,7 4 0,-28-16 0,21 14 0,-25-14 0,32 16 0,-4-3 0,-8-4 0,6 1 0,-11-6 0,4 8 0,8 0 0,-20 5 0,22 0 0,-42 0 0,39 0 0,-35 0 0,34 0 0,-10 0 0,13 0 0,-5 0 0,9 0 0,-4 0 0,4 0 0,1 0 0,-5 0 0,4 0 0,-3 0 0,-43 4 0,26-2-492,-50 0 0,-3 0-492,38-2 492,-24 0 0,7 0-492,44 0 0,-55 0 0,44 0 544,-26-2 0,-1-1 440,25 2 0,-21-5 0,2 0 0,26 4 0,-39-11 0,50 12 0,-42-12 0,38 11 0,-58-15 0,52 15 0,-58-15 0,59 15 0,-41-10 0,49 11 0,-25-8 0,28 8 0,-40-11 0,34 9 0,-34-5 0,39 8 0,-34 0 0,29 0 0,-58 0 0,56 0 0,-36 0 0,40 0 983,-29 0 0,20 0-1967,-65 0 2,62 0-2,-48 0 923,62 0 61,-33 0 0,30 0 0,-18 0 0,4 0 0,11 0 983,-12 0 0,-28 0 0,43 4 0,-38-3 0,36 3 0,-27 5 0,15-7-35,-25 10-948,42-11 0,-4 7 0,8-6 0,4 6 0,-4-7 0,-1 7 0,1-7 0,4 7 0,-7-7 0,5 4 0,-2-1 0,-3-3 0,5 7 0,-6-7 0,4 7 0,-1-7 0,-3 12 0,2-11 0,-2 6 0,4-8 0,-1 0 0,1 0 0,0 0 0,-1 0 0,1 4 0,0-3 0,-1 4 0,1-5 0,0 0 0,-1 0 0,1 0 0,0 0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40.0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26 24575,'27'-3'0,"-6"0"0,-11 3 0,-4 0 0,3 0 0,1 0 0,12 0 0,-10 0 0,6 0 0,-15-3 0,6 2 0,1-4 0,1 4 0,1-2 0,-6 0 0,4 2 0,0-1 0,0 2 0,-1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42.4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26 24575,'33'0'0,"-10"0"0,-8 0 0,-9 0 0,4-3 0,0 3 0,0-3 0,-1 3 0,3 0 0,-4 0 0,4 0 0,6 0 0,-9 0 0,15 0 0,-16 0 0,4 0 0,-3 0 0,-2 0 0,6 0 0,-6 0 0,2 0 0,0 0 0,-1 0 0,4 0 0,-5 0 0,2 0 0,1 0 0,-3 0 0,5 0 0,-5 0 0,5-3 0,-5 2 0,8-2 0,-7 3 0,7 0 0,-8 0 0,6 0 0,-6 0 0,2-3 0,0 3 0,-1-3 0,4 0 0,-5 2 0,2-2 0,0 3 0,-1 0 0,4 0 0,-5 0 0,2 0 0,1 0 0,-3 0 0,5 0 0,-5 0 0,2 0 0,1 0 0,-3 0 0,5 0 0,-5 0 0,3 0 0,-1 0 0,-2 0 0,5 0 0,-5 0 0,3 0 0,-1 0 0,-2 0 0,5 0 0,-5 0 0,3 0 0,-1 0 0,-2 0 0,5 0 0,-4 0 0,1 0 0,0 0 0,-2 0 0,5 0 0,-4 0 0,1 0 0,0 0 0,-2 0 0,6 0 0,-6 0 0,2 0 0,0 0 0,1 0 0,0 0 0,5 3 0,-7-2 0,10 2 0,-10-3 0,4 0 0,-2 0 0,2 0 0,-1 0 0,4 0 0,-8 0 0,6 0 0,-6 0 0,2 0 0,0 0 0,-1 0 0,4 0 0,-5 0 0,2 0 0,0 0 0,-1 0 0,4 0 0,-5 0 0,5 0 0,-5 0 0,5 0 0,-4 0 0,1 0 0,0 0 0,-2 0 0,6 0 0,-6 0 0,2 0 0,0 0 0,-1 0 0,4 0 0,-5 0 0,2 0 0,0 0 0,-1 0 0,4 0 0,-5 2 0,2-1 0,1 2 0,-3-3 0,5 0 0,-5 0 0,2 0 0,-2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43.8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39 24575,'22'-10'0,"-2"4"0,-16 3 0,2 3 0,6-3 0,-4 2 0,4-2 0,-2 3 0,2-3 0,-1 3 0,10-3 0,-13 3 0,13 0 0,-13 0 0,7 0 0,-8 0 0,6 0 0,-6 0 0,2 0 0,0 0 0,-2-3 0,6 2 0,-6-2 0,-29 9 0,12-5 0,-22 5 0,-14-3 0,30-2 0,-41 1 0,48-2 0,-12 0 0,15 0 0,-1 0 0,1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45.3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217 0 21113,'-33'7'0,"11"-1"983,7-6-315,3 0-668,4 0 585,-4 0-585,3 0 0,2 0 299,-5 0-299,5 0 927,-5 0-927,5 0 0,-5 0 0,5 0 0,-5 0 0,5 0 0,-5 0 0,2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52.8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72 24575,'24'-7'0,"-3"4"0,-15 0 0,1 0 0,2-1 0,7-2 0,-5 2 0,4 2 0,0-4 0,-6 4 0,15-6 0,-16 7 0,10-5 0,-11 3 0,3-1 0,-1 1 0,-2 0 0,5 3 0,-5-3 0,3 3 0,2 0 0,-4 0 0,7 0 0,-8 0 0,2 0 0,1 0 0,-3 0 0,5 0 0,-5 0 0,2 0 0,1 0 0,-3 0 0,11 0 0,-10 0 0,13 0 0,-13 0 0,7 3 0,-8-3 0,2 3 0,1-3 0,-3 0 0,5 0 0,-5 0 0,3 0 0,-1 0 0,4 0 0,-3 0 0,6 0 0,-9 0 0,8 0 0,-7 0 0,4 0 0,-3 3 0,-2-2 0,5 2 0,4-1 0,-4-1 0,17 2 0,-22 0 0,25-3 0,-26 3 0,12 0 0,-12-2 0,1 2 0,5-3 0,-4 0 0,4 0 0,-3 0 0,-1 0 0,4 0 0,-5 0 0,2 0 0,3 2 0,-4-1 0,10 2 0,-10-3 0,7 0 0,-8 0 0,8 0 0,-7 0 0,7 0 0,-8 0 0,8 0 0,-7 0 0,13 0 0,-12 0 0,14 0 0,-14 0 0,12 0 0,-14 0 0,11 0 0,-10 0 0,13 0 0,-12 0 0,14 0 0,-14 0 0,14 0 0,-14 0 0,20 0 0,-19 0 0,17 0 0,-19 0 0,13 0 0,-13 0 0,13 0 0,-13 0 0,7 0 0,-8 0 0,2 0 0,1 0 0,-3 0 0,5 0 0,-5 0 0,5 0 0,-5 0 0,6 0 0,-6 0 0,2 0 0,0 0 0,-1 0 0,4 0 0,-5 0 0,2 0 0,0 0 0,-1 0 0,4 0 0,-5 0 0,2 0 0,1 0 0,-3 0 0,5 0 0,-5 0 0,2 0 0,1 0 0,-3 0 0,5 0 0,-5 0 0,2 0 0,1 0 0,-3 0 0,5 0 0,-5 0 0,3 0 0,-1 0 0,-2 0 0,5 0 0,-5 0 0,3 0 0,-1 0 0,-2 0 0,5 0 0,-4 0 0,1 0 0,0 0 0,-2 0 0,5 0 0,-4 0 0,1 0 0,0 0 0,-2 0 0,6 0 0,-6 0 0,2 0 0,0 0 0,-2 0 0,6 0 0,-6 0 0,2 0 0,0 0 0,-1 0 0,4 0 0,-5 0 0,2 0 0,1 0 0,-3 0 0,5 0 0,-5 0 0,2 0 0,1 0 0,-3 0 0,5 0 0,-5 0 0,2 0 0,1 0 0,-3 0 0,5 0 0,-5 0 0,3 0 0,-1 0 0,-2 0 0,5 3 0,-5-3 0,3 3 0,-1-3 0,-2 0 0,5 0 0,-5 0 0,3 0 0,-1 0 0,-2 0 0,5 0 0,-4 0 0,1 0 0,0 0 0,-2 0 0,6 0 0,-6 3 0,2-2 0,0 2 0,-2-3 0,6 0 0,-6 0 0,2 0 0,0 0 0,-1 0 0,4 0 0,-5 0 0,2 0 0,1 0 0,-3 0 0,5 0 0,-2 0 0,0 0 0,-1 0 0,1 0 0,-3 0 0,5 0 0,-5 0 0,2 0 0,3 0 0,-4 0 0,7 0 0,-7 0 0,1 0 0,0 0 0,-2 0 0,6 0 0,-6 0 0,2 0 0,0 0 0,-2 0 0,6 0 0,-6 0 0,2 0 0,0 0 0,-1 0 0,4 0 0,-5 0 0,2 0 0,1 0 0,-3 0 0,5 0 0,1 0 0,-3 0 0,6 0 0,-9 0 0,5 0 0,-5 0 0,5 0 0,-5 0 0,3 0 0,-1 0 0,-2 0 0,5 2 0,-5-1 0,6 2 0,-6-3 0,11 3 0,-10-3 0,13 3 0,-13-3 0,7 0 0,-8 0 0,2 0 0,1 0 0,-3 3 0,5-2 0,-5 2 0,3-3 0,-1 0 0,1 0 0,0 0 0,-1 0 0,0 0 0,-1 0 0,4 0 0,-5 0 0,2 0 0,1 2 0,-3-1 0,5 2 0,-5-3 0,2 0 0,1 0 0,-3 0 0,5 0 0,-5 0 0,3 0 0,2 0 0,-4 0 0,15 0 0,-14 0 0,18 0 0,-18 0 0,14 3 0,-14-3 0,9 3 0,-11-3 0,5 0 0,-5 0 0,5 0 0,-4 0 0,15 0 0,-13 0 0,22 0 0,-22 0 0,8 0 0,-12 0 0,0 0 0,7 0 0,-5 0 0,4 0 0,6 0 0,-9 0 0,12 0 0,-14 0 0,5 0 0,-5 0 0,8 0 0,-7 0 0,10 0 0,-10 0 0,7 0 0,-8 0 0,8 0 0,-7 0 0,4 0 0,-3 0 0,1 0 0,1 0 0,4 0 0,-8 0 0,8 0 0,-7 0 0,1 0 0,0 0 0,-2 0 0,6 0 0,-6 0 0,2 0 0,0 0 0,-1 0 0,7 0 0,-8 0 0,6 0 0,-4 0 0,-2 0 0,5-3 0,-5 3 0,3-3 0,-1 3 0,-2 0 0,5 0 0,-2 0 0,0 0 0,0 0 0,2 0 0,-4 0 0,4 0 0,-3 0 0,-2 0 0,6 0 0,-6 0 0,2 0 0,0 0 0,-2 0 0,6 0 0,-6 0 0,2 0 0,0-3 0,-1 2 0,4-2 0,-5 3 0,2 0 0,1 0 0,-3 0 0,5 0 0,-5 0 0,2 0 0,1 0 0,-3 0 0,5 0 0,-5 0 0,2 0 0,1 0 0,-3 0 0,5 0 0,-5 0 0,3 0 0,-1 0 0,1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40.0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26 24575,'27'-3'0,"-6"0"0,-11 3 0,-4 0 0,3 0 0,1 0 0,12 0 0,-10 0 0,6 0 0,-15-3 0,6 2 0,1-4 0,1 4 0,1-2 0,-6 0 0,4 2 0,0-1 0,0 2 0,-1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42.4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26 24575,'33'0'0,"-10"0"0,-8 0 0,-9 0 0,4-3 0,0 3 0,0-3 0,-1 3 0,3 0 0,-4 0 0,4 0 0,6 0 0,-9 0 0,15 0 0,-16 0 0,4 0 0,-3 0 0,-2 0 0,6 0 0,-6 0 0,2 0 0,0 0 0,-1 0 0,4 0 0,-5 0 0,2 0 0,1 0 0,-3 0 0,5 0 0,-5 0 0,5-3 0,-5 2 0,8-2 0,-7 3 0,7 0 0,-8 0 0,6 0 0,-6 0 0,2-3 0,0 3 0,-1-3 0,4 0 0,-5 2 0,2-2 0,0 3 0,-1 0 0,4 0 0,-5 0 0,2 0 0,1 0 0,-3 0 0,5 0 0,-5 0 0,2 0 0,1 0 0,-3 0 0,5 0 0,-5 0 0,3 0 0,-1 0 0,-2 0 0,5 0 0,-5 0 0,3 0 0,-1 0 0,-2 0 0,5 0 0,-5 0 0,3 0 0,-1 0 0,-2 0 0,5 0 0,-4 0 0,1 0 0,0 0 0,-2 0 0,5 0 0,-4 0 0,1 0 0,0 0 0,-2 0 0,6 0 0,-6 0 0,2 0 0,0 0 0,1 0 0,0 0 0,5 3 0,-7-2 0,10 2 0,-10-3 0,4 0 0,-2 0 0,2 0 0,-1 0 0,4 0 0,-8 0 0,6 0 0,-6 0 0,2 0 0,0 0 0,-1 0 0,4 0 0,-5 0 0,2 0 0,0 0 0,-1 0 0,4 0 0,-5 0 0,5 0 0,-5 0 0,5 0 0,-4 0 0,1 0 0,0 0 0,-2 0 0,6 0 0,-6 0 0,2 0 0,0 0 0,-1 0 0,4 0 0,-5 0 0,2 0 0,0 0 0,-1 0 0,4 0 0,-5 2 0,2-1 0,1 2 0,-3-3 0,5 0 0,-5 0 0,2 0 0,-2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43.8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39 24575,'22'-10'0,"-2"4"0,-16 3 0,2 3 0,6-3 0,-4 2 0,4-2 0,-2 3 0,2-3 0,-1 3 0,10-3 0,-13 3 0,13 0 0,-13 0 0,7 0 0,-8 0 0,6 0 0,-6 0 0,2 0 0,0 0 0,-2-3 0,6 2 0,-6-2 0,-29 9 0,12-5 0,-22 5 0,-14-3 0,30-2 0,-41 1 0,48-2 0,-12 0 0,15 0 0,-1 0 0,1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45.3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217 0 21113,'-33'7'0,"11"-1"983,7-6-315,3 0-668,4 0 585,-4 0-585,3 0 0,2 0 299,-5 0-299,5 0 927,-5 0-927,5 0 0,-5 0 0,5 0 0,-5 0 0,5 0 0,-5 0 0,2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52.8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72 24575,'24'-7'0,"-3"4"0,-15 0 0,1 0 0,2-1 0,7-2 0,-5 2 0,4 2 0,0-4 0,-6 4 0,15-6 0,-16 7 0,10-5 0,-11 3 0,3-1 0,-1 1 0,-2 0 0,5 3 0,-5-3 0,3 3 0,2 0 0,-4 0 0,7 0 0,-8 0 0,2 0 0,1 0 0,-3 0 0,5 0 0,-5 0 0,2 0 0,1 0 0,-3 0 0,11 0 0,-10 0 0,13 0 0,-13 0 0,7 3 0,-8-3 0,2 3 0,1-3 0,-3 0 0,5 0 0,-5 0 0,3 0 0,-1 0 0,4 0 0,-3 0 0,6 0 0,-9 0 0,8 0 0,-7 0 0,4 0 0,-3 3 0,-2-2 0,5 2 0,4-1 0,-4-1 0,17 2 0,-22 0 0,25-3 0,-26 3 0,12 0 0,-12-2 0,1 2 0,5-3 0,-4 0 0,4 0 0,-3 0 0,-1 0 0,4 0 0,-5 0 0,2 0 0,3 2 0,-4-1 0,10 2 0,-10-3 0,7 0 0,-8 0 0,8 0 0,-7 0 0,7 0 0,-8 0 0,8 0 0,-7 0 0,13 0 0,-12 0 0,14 0 0,-14 0 0,12 0 0,-14 0 0,11 0 0,-10 0 0,13 0 0,-12 0 0,14 0 0,-14 0 0,14 0 0,-14 0 0,20 0 0,-19 0 0,17 0 0,-19 0 0,13 0 0,-13 0 0,13 0 0,-13 0 0,7 0 0,-8 0 0,2 0 0,1 0 0,-3 0 0,5 0 0,-5 0 0,5 0 0,-5 0 0,6 0 0,-6 0 0,2 0 0,0 0 0,-1 0 0,4 0 0,-5 0 0,2 0 0,0 0 0,-1 0 0,4 0 0,-5 0 0,2 0 0,1 0 0,-3 0 0,5 0 0,-5 0 0,2 0 0,1 0 0,-3 0 0,5 0 0,-5 0 0,2 0 0,1 0 0,-3 0 0,5 0 0,-5 0 0,3 0 0,-1 0 0,-2 0 0,5 0 0,-5 0 0,3 0 0,-1 0 0,-2 0 0,5 0 0,-4 0 0,1 0 0,0 0 0,-2 0 0,5 0 0,-4 0 0,1 0 0,0 0 0,-2 0 0,6 0 0,-6 0 0,2 0 0,0 0 0,-2 0 0,6 0 0,-6 0 0,2 0 0,0 0 0,-1 0 0,4 0 0,-5 0 0,2 0 0,1 0 0,-3 0 0,5 0 0,-5 0 0,2 0 0,1 0 0,-3 0 0,5 0 0,-5 0 0,2 0 0,1 0 0,-3 0 0,5 0 0,-5 0 0,3 0 0,-1 0 0,-2 0 0,5 3 0,-5-3 0,3 3 0,-1-3 0,-2 0 0,5 0 0,-5 0 0,3 0 0,-1 0 0,-2 0 0,5 0 0,-4 0 0,1 0 0,0 0 0,-2 0 0,6 0 0,-6 3 0,2-2 0,0 2 0,-2-3 0,6 0 0,-6 0 0,2 0 0,0 0 0,-1 0 0,4 0 0,-5 0 0,2 0 0,1 0 0,-3 0 0,5 0 0,-2 0 0,0 0 0,-1 0 0,1 0 0,-3 0 0,5 0 0,-5 0 0,2 0 0,3 0 0,-4 0 0,7 0 0,-7 0 0,1 0 0,0 0 0,-2 0 0,6 0 0,-6 0 0,2 0 0,0 0 0,-2 0 0,6 0 0,-6 0 0,2 0 0,0 0 0,-1 0 0,4 0 0,-5 0 0,2 0 0,1 0 0,-3 0 0,5 0 0,1 0 0,-3 0 0,6 0 0,-9 0 0,5 0 0,-5 0 0,5 0 0,-5 0 0,3 0 0,-1 0 0,-2 0 0,5 2 0,-5-1 0,6 2 0,-6-3 0,11 3 0,-10-3 0,13 3 0,-13-3 0,7 0 0,-8 0 0,2 0 0,1 0 0,-3 3 0,5-2 0,-5 2 0,3-3 0,-1 0 0,1 0 0,0 0 0,-1 0 0,0 0 0,-1 0 0,4 0 0,-5 0 0,2 0 0,1 2 0,-3-1 0,5 2 0,-5-3 0,2 0 0,1 0 0,-3 0 0,5 0 0,-5 0 0,3 0 0,2 0 0,-4 0 0,15 0 0,-14 0 0,18 0 0,-18 0 0,14 3 0,-14-3 0,9 3 0,-11-3 0,5 0 0,-5 0 0,5 0 0,-4 0 0,15 0 0,-13 0 0,22 0 0,-22 0 0,8 0 0,-12 0 0,0 0 0,7 0 0,-5 0 0,4 0 0,6 0 0,-9 0 0,12 0 0,-14 0 0,5 0 0,-5 0 0,8 0 0,-7 0 0,10 0 0,-10 0 0,7 0 0,-8 0 0,8 0 0,-7 0 0,4 0 0,-3 0 0,1 0 0,1 0 0,4 0 0,-8 0 0,8 0 0,-7 0 0,1 0 0,0 0 0,-2 0 0,6 0 0,-6 0 0,2 0 0,0 0 0,-1 0 0,7 0 0,-8 0 0,6 0 0,-4 0 0,-2 0 0,5-3 0,-5 3 0,3-3 0,-1 3 0,-2 0 0,5 0 0,-2 0 0,0 0 0,0 0 0,2 0 0,-4 0 0,4 0 0,-3 0 0,-2 0 0,6 0 0,-6 0 0,2 0 0,0 0 0,-2 0 0,6 0 0,-6 0 0,2 0 0,0-3 0,-1 2 0,4-2 0,-5 3 0,2 0 0,1 0 0,-3 0 0,5 0 0,-5 0 0,2 0 0,1 0 0,-3 0 0,5 0 0,-5 0 0,2 0 0,1 0 0,-3 0 0,5 0 0,-5 0 0,3 0 0,-1 0 0,1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40.0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26 24575,'27'-3'0,"-6"0"0,-11 3 0,-4 0 0,3 0 0,1 0 0,12 0 0,-10 0 0,6 0 0,-15-3 0,6 2 0,1-4 0,1 4 0,1-2 0,-6 0 0,4 2 0,0-1 0,0 2 0,-1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42.4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26 24575,'33'0'0,"-10"0"0,-8 0 0,-9 0 0,4-3 0,0 3 0,0-3 0,-1 3 0,3 0 0,-4 0 0,4 0 0,6 0 0,-9 0 0,15 0 0,-16 0 0,4 0 0,-3 0 0,-2 0 0,6 0 0,-6 0 0,2 0 0,0 0 0,-1 0 0,4 0 0,-5 0 0,2 0 0,1 0 0,-3 0 0,5 0 0,-5 0 0,5-3 0,-5 2 0,8-2 0,-7 3 0,7 0 0,-8 0 0,6 0 0,-6 0 0,2-3 0,0 3 0,-1-3 0,4 0 0,-5 2 0,2-2 0,0 3 0,-1 0 0,4 0 0,-5 0 0,2 0 0,1 0 0,-3 0 0,5 0 0,-5 0 0,2 0 0,1 0 0,-3 0 0,5 0 0,-5 0 0,3 0 0,-1 0 0,-2 0 0,5 0 0,-5 0 0,3 0 0,-1 0 0,-2 0 0,5 0 0,-5 0 0,3 0 0,-1 0 0,-2 0 0,5 0 0,-4 0 0,1 0 0,0 0 0,-2 0 0,5 0 0,-4 0 0,1 0 0,0 0 0,-2 0 0,6 0 0,-6 0 0,2 0 0,0 0 0,1 0 0,0 0 0,5 3 0,-7-2 0,10 2 0,-10-3 0,4 0 0,-2 0 0,2 0 0,-1 0 0,4 0 0,-8 0 0,6 0 0,-6 0 0,2 0 0,0 0 0,-1 0 0,4 0 0,-5 0 0,2 0 0,0 0 0,-1 0 0,4 0 0,-5 0 0,5 0 0,-5 0 0,5 0 0,-4 0 0,1 0 0,0 0 0,-2 0 0,6 0 0,-6 0 0,2 0 0,0 0 0,-1 0 0,4 0 0,-5 0 0,2 0 0,0 0 0,-1 0 0,4 0 0,-5 2 0,2-1 0,1 2 0,-3-3 0,5 0 0,-5 0 0,2 0 0,-2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43.8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39 24575,'22'-10'0,"-2"4"0,-16 3 0,2 3 0,6-3 0,-4 2 0,4-2 0,-2 3 0,2-3 0,-1 3 0,10-3 0,-13 3 0,13 0 0,-13 0 0,7 0 0,-8 0 0,6 0 0,-6 0 0,2 0 0,0 0 0,-2-3 0,6 2 0,-6-2 0,-29 9 0,12-5 0,-22 5 0,-14-3 0,30-2 0,-41 1 0,48-2 0,-12 0 0,15 0 0,-1 0 0,1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45.3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217 0 21113,'-33'7'0,"11"-1"983,7-6-315,3 0-668,4 0 585,-4 0-585,3 0 0,2 0 299,-5 0-299,5 0 927,-5 0-927,5 0 0,-5 0 0,5 0 0,-5 0 0,5 0 0,-5 0 0,2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52.8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72 24575,'24'-7'0,"-3"4"0,-15 0 0,1 0 0,2-1 0,7-2 0,-5 2 0,4 2 0,0-4 0,-6 4 0,15-6 0,-16 7 0,10-5 0,-11 3 0,3-1 0,-1 1 0,-2 0 0,5 3 0,-5-3 0,3 3 0,2 0 0,-4 0 0,7 0 0,-8 0 0,2 0 0,1 0 0,-3 0 0,5 0 0,-5 0 0,2 0 0,1 0 0,-3 0 0,11 0 0,-10 0 0,13 0 0,-13 0 0,7 3 0,-8-3 0,2 3 0,1-3 0,-3 0 0,5 0 0,-5 0 0,3 0 0,-1 0 0,4 0 0,-3 0 0,6 0 0,-9 0 0,8 0 0,-7 0 0,4 0 0,-3 3 0,-2-2 0,5 2 0,4-1 0,-4-1 0,17 2 0,-22 0 0,25-3 0,-26 3 0,12 0 0,-12-2 0,1 2 0,5-3 0,-4 0 0,4 0 0,-3 0 0,-1 0 0,4 0 0,-5 0 0,2 0 0,3 2 0,-4-1 0,10 2 0,-10-3 0,7 0 0,-8 0 0,8 0 0,-7 0 0,7 0 0,-8 0 0,8 0 0,-7 0 0,13 0 0,-12 0 0,14 0 0,-14 0 0,12 0 0,-14 0 0,11 0 0,-10 0 0,13 0 0,-12 0 0,14 0 0,-14 0 0,14 0 0,-14 0 0,20 0 0,-19 0 0,17 0 0,-19 0 0,13 0 0,-13 0 0,13 0 0,-13 0 0,7 0 0,-8 0 0,2 0 0,1 0 0,-3 0 0,5 0 0,-5 0 0,5 0 0,-5 0 0,6 0 0,-6 0 0,2 0 0,0 0 0,-1 0 0,4 0 0,-5 0 0,2 0 0,0 0 0,-1 0 0,4 0 0,-5 0 0,2 0 0,1 0 0,-3 0 0,5 0 0,-5 0 0,2 0 0,1 0 0,-3 0 0,5 0 0,-5 0 0,2 0 0,1 0 0,-3 0 0,5 0 0,-5 0 0,3 0 0,-1 0 0,-2 0 0,5 0 0,-5 0 0,3 0 0,-1 0 0,-2 0 0,5 0 0,-4 0 0,1 0 0,0 0 0,-2 0 0,5 0 0,-4 0 0,1 0 0,0 0 0,-2 0 0,6 0 0,-6 0 0,2 0 0,0 0 0,-2 0 0,6 0 0,-6 0 0,2 0 0,0 0 0,-1 0 0,4 0 0,-5 0 0,2 0 0,1 0 0,-3 0 0,5 0 0,-5 0 0,2 0 0,1 0 0,-3 0 0,5 0 0,-5 0 0,2 0 0,1 0 0,-3 0 0,5 0 0,-5 0 0,3 0 0,-1 0 0,-2 0 0,5 3 0,-5-3 0,3 3 0,-1-3 0,-2 0 0,5 0 0,-5 0 0,3 0 0,-1 0 0,-2 0 0,5 0 0,-4 0 0,1 0 0,0 0 0,-2 0 0,6 0 0,-6 3 0,2-2 0,0 2 0,-2-3 0,6 0 0,-6 0 0,2 0 0,0 0 0,-1 0 0,4 0 0,-5 0 0,2 0 0,1 0 0,-3 0 0,5 0 0,-2 0 0,0 0 0,-1 0 0,1 0 0,-3 0 0,5 0 0,-5 0 0,2 0 0,3 0 0,-4 0 0,7 0 0,-7 0 0,1 0 0,0 0 0,-2 0 0,6 0 0,-6 0 0,2 0 0,0 0 0,-2 0 0,6 0 0,-6 0 0,2 0 0,0 0 0,-1 0 0,4 0 0,-5 0 0,2 0 0,1 0 0,-3 0 0,5 0 0,1 0 0,-3 0 0,6 0 0,-9 0 0,5 0 0,-5 0 0,5 0 0,-5 0 0,3 0 0,-1 0 0,-2 0 0,5 2 0,-5-1 0,6 2 0,-6-3 0,11 3 0,-10-3 0,13 3 0,-13-3 0,7 0 0,-8 0 0,2 0 0,1 0 0,-3 3 0,5-2 0,-5 2 0,3-3 0,-1 0 0,1 0 0,0 0 0,-1 0 0,0 0 0,-1 0 0,4 0 0,-5 0 0,2 0 0,1 2 0,-3-1 0,5 2 0,-5-3 0,2 0 0,1 0 0,-3 0 0,5 0 0,-5 0 0,3 0 0,2 0 0,-4 0 0,15 0 0,-14 0 0,18 0 0,-18 0 0,14 3 0,-14-3 0,9 3 0,-11-3 0,5 0 0,-5 0 0,5 0 0,-4 0 0,15 0 0,-13 0 0,22 0 0,-22 0 0,8 0 0,-12 0 0,0 0 0,7 0 0,-5 0 0,4 0 0,6 0 0,-9 0 0,12 0 0,-14 0 0,5 0 0,-5 0 0,8 0 0,-7 0 0,10 0 0,-10 0 0,7 0 0,-8 0 0,8 0 0,-7 0 0,4 0 0,-3 0 0,1 0 0,1 0 0,4 0 0,-8 0 0,8 0 0,-7 0 0,1 0 0,0 0 0,-2 0 0,6 0 0,-6 0 0,2 0 0,0 0 0,-1 0 0,7 0 0,-8 0 0,6 0 0,-4 0 0,-2 0 0,5-3 0,-5 3 0,3-3 0,-1 3 0,-2 0 0,5 0 0,-2 0 0,0 0 0,0 0 0,2 0 0,-4 0 0,4 0 0,-3 0 0,-2 0 0,6 0 0,-6 0 0,2 0 0,0 0 0,-2 0 0,6 0 0,-6 0 0,2 0 0,0-3 0,-1 2 0,4-2 0,-5 3 0,2 0 0,1 0 0,-3 0 0,5 0 0,-5 0 0,2 0 0,1 0 0,-3 0 0,5 0 0,-5 0 0,2 0 0,1 0 0,-3 0 0,5 0 0,-5 0 0,3 0 0,-1 0 0,1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40.0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26 24575,'27'-3'0,"-6"0"0,-11 3 0,-4 0 0,3 0 0,1 0 0,12 0 0,-10 0 0,6 0 0,-15-3 0,6 2 0,1-4 0,1 4 0,1-2 0,-6 0 0,4 2 0,0-1 0,0 2 0,-1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42.4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26 24575,'33'0'0,"-10"0"0,-8 0 0,-9 0 0,4-3 0,0 3 0,0-3 0,-1 3 0,3 0 0,-4 0 0,4 0 0,6 0 0,-9 0 0,15 0 0,-16 0 0,4 0 0,-3 0 0,-2 0 0,6 0 0,-6 0 0,2 0 0,0 0 0,-1 0 0,4 0 0,-5 0 0,2 0 0,1 0 0,-3 0 0,5 0 0,-5 0 0,5-3 0,-5 2 0,8-2 0,-7 3 0,7 0 0,-8 0 0,6 0 0,-6 0 0,2-3 0,0 3 0,-1-3 0,4 0 0,-5 2 0,2-2 0,0 3 0,-1 0 0,4 0 0,-5 0 0,2 0 0,1 0 0,-3 0 0,5 0 0,-5 0 0,2 0 0,1 0 0,-3 0 0,5 0 0,-5 0 0,3 0 0,-1 0 0,-2 0 0,5 0 0,-5 0 0,3 0 0,-1 0 0,-2 0 0,5 0 0,-5 0 0,3 0 0,-1 0 0,-2 0 0,5 0 0,-4 0 0,1 0 0,0 0 0,-2 0 0,5 0 0,-4 0 0,1 0 0,0 0 0,-2 0 0,6 0 0,-6 0 0,2 0 0,0 0 0,1 0 0,0 0 0,5 3 0,-7-2 0,10 2 0,-10-3 0,4 0 0,-2 0 0,2 0 0,-1 0 0,4 0 0,-8 0 0,6 0 0,-6 0 0,2 0 0,0 0 0,-1 0 0,4 0 0,-5 0 0,2 0 0,0 0 0,-1 0 0,4 0 0,-5 0 0,5 0 0,-5 0 0,5 0 0,-4 0 0,1 0 0,0 0 0,-2 0 0,6 0 0,-6 0 0,2 0 0,0 0 0,-1 0 0,4 0 0,-5 0 0,2 0 0,0 0 0,-1 0 0,4 0 0,-5 2 0,2-1 0,1 2 0,-3-3 0,5 0 0,-5 0 0,2 0 0,-2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43.8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39 24575,'22'-10'0,"-2"4"0,-16 3 0,2 3 0,6-3 0,-4 2 0,4-2 0,-2 3 0,2-3 0,-1 3 0,10-3 0,-13 3 0,13 0 0,-13 0 0,7 0 0,-8 0 0,6 0 0,-6 0 0,2 0 0,0 0 0,-2-3 0,6 2 0,-6-2 0,-29 9 0,12-5 0,-22 5 0,-14-3 0,30-2 0,-41 1 0,48-2 0,-12 0 0,15 0 0,-1 0 0,1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45.3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217 0 21113,'-33'7'0,"11"-1"983,7-6-315,3 0-668,4 0 585,-4 0-585,3 0 0,2 0 299,-5 0-299,5 0 927,-5 0-927,5 0 0,-5 0 0,5 0 0,-5 0 0,5 0 0,-5 0 0,2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1:52.8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72 24575,'24'-7'0,"-3"4"0,-15 0 0,1 0 0,2-1 0,7-2 0,-5 2 0,4 2 0,0-4 0,-6 4 0,15-6 0,-16 7 0,10-5 0,-11 3 0,3-1 0,-1 1 0,-2 0 0,5 3 0,-5-3 0,3 3 0,2 0 0,-4 0 0,7 0 0,-8 0 0,2 0 0,1 0 0,-3 0 0,5 0 0,-5 0 0,2 0 0,1 0 0,-3 0 0,11 0 0,-10 0 0,13 0 0,-13 0 0,7 3 0,-8-3 0,2 3 0,1-3 0,-3 0 0,5 0 0,-5 0 0,3 0 0,-1 0 0,4 0 0,-3 0 0,6 0 0,-9 0 0,8 0 0,-7 0 0,4 0 0,-3 3 0,-2-2 0,5 2 0,4-1 0,-4-1 0,17 2 0,-22 0 0,25-3 0,-26 3 0,12 0 0,-12-2 0,1 2 0,5-3 0,-4 0 0,4 0 0,-3 0 0,-1 0 0,4 0 0,-5 0 0,2 0 0,3 2 0,-4-1 0,10 2 0,-10-3 0,7 0 0,-8 0 0,8 0 0,-7 0 0,7 0 0,-8 0 0,8 0 0,-7 0 0,13 0 0,-12 0 0,14 0 0,-14 0 0,12 0 0,-14 0 0,11 0 0,-10 0 0,13 0 0,-12 0 0,14 0 0,-14 0 0,14 0 0,-14 0 0,20 0 0,-19 0 0,17 0 0,-19 0 0,13 0 0,-13 0 0,13 0 0,-13 0 0,7 0 0,-8 0 0,2 0 0,1 0 0,-3 0 0,5 0 0,-5 0 0,5 0 0,-5 0 0,6 0 0,-6 0 0,2 0 0,0 0 0,-1 0 0,4 0 0,-5 0 0,2 0 0,0 0 0,-1 0 0,4 0 0,-5 0 0,2 0 0,1 0 0,-3 0 0,5 0 0,-5 0 0,2 0 0,1 0 0,-3 0 0,5 0 0,-5 0 0,2 0 0,1 0 0,-3 0 0,5 0 0,-5 0 0,3 0 0,-1 0 0,-2 0 0,5 0 0,-5 0 0,3 0 0,-1 0 0,-2 0 0,5 0 0,-4 0 0,1 0 0,0 0 0,-2 0 0,5 0 0,-4 0 0,1 0 0,0 0 0,-2 0 0,6 0 0,-6 0 0,2 0 0,0 0 0,-2 0 0,6 0 0,-6 0 0,2 0 0,0 0 0,-1 0 0,4 0 0,-5 0 0,2 0 0,1 0 0,-3 0 0,5 0 0,-5 0 0,2 0 0,1 0 0,-3 0 0,5 0 0,-5 0 0,2 0 0,1 0 0,-3 0 0,5 0 0,-5 0 0,3 0 0,-1 0 0,-2 0 0,5 3 0,-5-3 0,3 3 0,-1-3 0,-2 0 0,5 0 0,-5 0 0,3 0 0,-1 0 0,-2 0 0,5 0 0,-4 0 0,1 0 0,0 0 0,-2 0 0,6 0 0,-6 3 0,2-2 0,0 2 0,-2-3 0,6 0 0,-6 0 0,2 0 0,0 0 0,-1 0 0,4 0 0,-5 0 0,2 0 0,1 0 0,-3 0 0,5 0 0,-2 0 0,0 0 0,-1 0 0,1 0 0,-3 0 0,5 0 0,-5 0 0,2 0 0,3 0 0,-4 0 0,7 0 0,-7 0 0,1 0 0,0 0 0,-2 0 0,6 0 0,-6 0 0,2 0 0,0 0 0,-2 0 0,6 0 0,-6 0 0,2 0 0,0 0 0,-1 0 0,4 0 0,-5 0 0,2 0 0,1 0 0,-3 0 0,5 0 0,1 0 0,-3 0 0,6 0 0,-9 0 0,5 0 0,-5 0 0,5 0 0,-5 0 0,3 0 0,-1 0 0,-2 0 0,5 2 0,-5-1 0,6 2 0,-6-3 0,11 3 0,-10-3 0,13 3 0,-13-3 0,7 0 0,-8 0 0,2 0 0,1 0 0,-3 3 0,5-2 0,-5 2 0,3-3 0,-1 0 0,1 0 0,0 0 0,-1 0 0,0 0 0,-1 0 0,4 0 0,-5 0 0,2 0 0,1 2 0,-3-1 0,5 2 0,-5-3 0,2 0 0,1 0 0,-3 0 0,5 0 0,-5 0 0,3 0 0,2 0 0,-4 0 0,15 0 0,-14 0 0,18 0 0,-18 0 0,14 3 0,-14-3 0,9 3 0,-11-3 0,5 0 0,-5 0 0,5 0 0,-4 0 0,15 0 0,-13 0 0,22 0 0,-22 0 0,8 0 0,-12 0 0,0 0 0,7 0 0,-5 0 0,4 0 0,6 0 0,-9 0 0,12 0 0,-14 0 0,5 0 0,-5 0 0,8 0 0,-7 0 0,10 0 0,-10 0 0,7 0 0,-8 0 0,8 0 0,-7 0 0,4 0 0,-3 0 0,1 0 0,1 0 0,4 0 0,-8 0 0,8 0 0,-7 0 0,1 0 0,0 0 0,-2 0 0,6 0 0,-6 0 0,2 0 0,0 0 0,-1 0 0,7 0 0,-8 0 0,6 0 0,-4 0 0,-2 0 0,5-3 0,-5 3 0,3-3 0,-1 3 0,-2 0 0,5 0 0,-2 0 0,0 0 0,0 0 0,2 0 0,-4 0 0,4 0 0,-3 0 0,-2 0 0,6 0 0,-6 0 0,2 0 0,0 0 0,-2 0 0,6 0 0,-6 0 0,2 0 0,0-3 0,-1 2 0,4-2 0,-5 3 0,2 0 0,1 0 0,-3 0 0,5 0 0,-5 0 0,2 0 0,1 0 0,-3 0 0,5 0 0,-5 0 0,2 0 0,1 0 0,-3 0 0,5 0 0,-5 0 0,3 0 0,-1 0 0,1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5:11:46.501"/>
    </inkml:context>
    <inkml:brush xml:id="br0">
      <inkml:brushProperty name="width" value="0.35" units="cm"/>
      <inkml:brushProperty name="height" value="0.35" units="cm"/>
      <inkml:brushProperty name="color" value="#1D292E"/>
    </inkml:brush>
  </inkml:definitions>
  <inkml:trace contextRef="#ctx0" brushRef="#br0">1 29 24575,'25'-16'0,"-3"3"0,-4 13 0,-6 0 0,14 0 0,15 0 0,-11 0-492,29 0 0,1 0-492,-26 0 492,59 6 0,0 1-492,-59-4 492,37 5 0,-4 1-492,-50-4 492,42 4 0,3 0-492,-32-2 492,36 1 0,-4-3-492,-43-5 0,49 0 0,-53 0 1967,41 0-693,-40 0-290,52-9 0,-50 7 0,63-6 0,-62 8 0,39 0 0,3 0 0,-34 0 0,71 0 983,-84 0 0,46 0-466,-42 0 466,25 0-903,0 0-80,4 0 0,4 0-984,21 0 0,-54 0 828,76 0 156,-72 0 0,39 2 0,2 0 0,-33-1 0,47 3 0,1 0 0,-44-3-492,39 1 0,-3 0-492,-48-2 0,77 0 0,-81 0 1967,47 0 0,-52 0-655,52 0-328,-47 0-984,72 13 79,-70-10 1396,40 7 1,4 1 491,-32-9-874,25 3 0,-2 2-109,-34-2 490,47 0-490,-51 0-136,51-1 136,-51-3 983,31 3 0,-37-4 0,37 8 0,-32-6 0,23 11 0,-4-8 0,-15 0 0,75 7 0,-12-5 0,-5 6-707,2-8-276,-71-1 0,26-4 0,-23 0 0,39 0 0,-33 0 0,59 0 0,-59 0-984,72 0 0,-69 0 492,31 2 0,0 1-492,-31-2 0,69 7 0,-72-7 0,42 3 0,-46-4 0,37 4 0,-35-3 921,40 8 63,-42-8 0,38 7 0,-37-7 0,15 3 983,-20-4 0,-1 0 0,1 0 0,-1 0 0,1 0 0,-1 0 0,9 0 0,-6 0 0,18 0 0,-17 0-910,5-4-73,-10 3 0,-3-3 0,5-1 0,-1 4 0,9-7 0,-6 7 0,18-8 0,-17 8 0,13-3 0,-20 0 0,7 3 0,-8-8 0,5 4 0,-1 0 0,9-3 0,-6 6 0,14-2 0,-14 4 0,10 0 0,-12 0 0,4 0 0,-5-4 0,1 3 0,-1-7 0,1 7 0,-5-8 0,16 4 0,-12 0 0,17-4 0,-16 8 0,0-7 0,-22-2 0,3 4 0,-13-3 0,-3 5 0,11 3 0,-45-3 0,42 4 0,-37-2 0,-1 0 0,29 1 0,-30-1 0,2 0 0,37-3 0,-43 4 0,46-3 0,-12 4 0,17 0 0,-4 0 0,2 0 0,-23 0 0,20 0 0,-41-4 0,35 3 0,-24-3 0,29 4 0,-3 0 0,9 0 0,-4 0 0,2 0 0,-2 0 0,3 0 0,1 0 0,0 0 0,-1 0 0,-20 0 0,16 0 0,-29 0 0,31 0 0,-18-5 0,19 4 0,-15-3 0,14 4 0,-14 0 0,15 0 0,-23 0 0,16 0 0,-42 0 0,34 0-492,-34 0 0,-2 0-492,29 0 492,-33 0 0,2 0-492,40 0 0,-62 0 0,60 0 492,-39-5 0,-3-3-492,32 1 492,-31-1 0,1 2-492,35 1 492,-22 5 0,-2 0-492,13 0 946,-26 0 0,2 0 38,37 0-67,-43 0 67,63 0 0,-1 0 983,1 0-270,-13 0-713,10 0 983,-10 0 0,-20 0 0,24 0-492,-32 0 1,-1 0 491,27 0-908,-45 0 0,-1 0-75,43 0 0,-25 0 0,4 0 0,33 0 0,-40 0 0,40 0 0,-32 0 0,31 0 0,-36 0 0,27 0 0,-39 0 0,40 0 983,-11 0 0,-45 0 0,54 0-492,-23 0 1,-2 0 491,10 0-708,1 0-275,-11 0 0,29 0 0,-18 0 0,19 0 0,-21 0 0,27 0 0,-35 0 0,27 0 0,-51 9 0,46-7-984,-51 10 0,66-7 0,-57 5 0,56-1 0,-45 4 0,46-6 104,-13 1 496,21-4 384,-4-3 0,0 3 0,-1-4 0,0 4 983,2 2 0,-56 7 0,40-3 0,-69 4 0,78-9 0,-19-1 0,24-4-696,1 0-287,0 4 0,-9 1 0,7 1 0,-15-2 0,14-4 0,-1 4 0,38-11 0,-9 9 0,20-15 0,-23 12 0,-3-3-492,67 0 0,17 3-492,-27 0 656,8 0 0,18-1 0,-20 1-656,-16 1 492,28 0 0,-1 0-492,-28 0 544,28 3 0,-3 3 440,-47 0 0,60 3 0,-80-5 0,30-4 0,-28 0 0,8 0 0,19 0 0,-26 0 0,55 0 0,-12 0 0,-6 0 983,10 0 0,-47 0 0,31 0 0,-28 0 0,19 0 0,-28 0-97,2 0-886,-3 0 0,-1 0 0,1 0 0,-1 0 0,5 0 0,-4 0 0,4 0 0,17 0 0,-17 0 0,21 0 0,-20 0 0,25 0 0,-20 0 0,15 0 0,-26 0 0,0 0 0,9 0 0,2 0 0,0 0 0,32 0 0,-26 0 0,45 4 0,-43-3-984,8 8 0,-22-8 209,-5 3 775,1-4 0,-1 0 0,1 4 0,-1-3 0,0 3 983,5-4 0,-3 0-206,2 0-777,-3 0 0,-1 0 0,1 0 0,3 0 0,-2 0 0,15 0 0,-13 0 0,34 0 0,-31 0 0,23 0 0,-29 0 0,8 0 0,-60-2 0,-18 0-984,33 1 492,-31-3 0,-4-1-492,1 4 0,30-4 492,-57 0 0,-6 1-492,43 1 656,-30-2 0,-22-2 0,22 0-656,30 0 492,-17 2 0,-8 0 0,5-3 0,5 2-492,1 3 1475,-6-1 1,2-1 491,9 5 0,39 0 0,-17 0-875,-17 4-108,26-3 983,-32 4 0,42-5-23,5 0-1431,5 4 471,0-3 0,0 3 0,-1-4 0,-45 4 0,34-2 0,-31 0 0,-3 0 0,24-2 0,-68 0 0,63 0 0,-50 0 0,55 0 0,-62-4 0,68 3 0,-36-2 0,1 2 0,34 1 0,-62 0 0,75 0 983,-25 4 0,25-3 0,-22 3 0,24-4-586,-7 0-397,9 0 0,-4 4 0,2-3 0,-2 7 0,3-7 0,-11 4 0,8-5 0,-25 4 0,25-3 0,-13 3 0,16-4 0,-11 4 0,8-3 0,-9 3 0,13-4 0,0 0 0,-1 0 0,1 4 0,0-3 0,-1 4 0,1-5 0,0 0 0,0 4 0,-5-3 0,4 3 0,-4-4 0,5 0 0,0 0 0,-1 0 0,1 0 0,0 0 0,-1 0 0,1 0 0,0 0 0,-1 0 0,1 0 0,0 0 0,-1 4 0,1 1 0,0 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4:53:47.5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197 285 24575,'34'0'0,"-10"0"0,-6 0 0,-8 0 0,-1 0 0,1 0 0,-1 0 0,1 0 0,-1 0-984,5 0 921,-3 0 63,13 0 0,-13 0-492,51 2 0,10 0-492,-24 0 656,26 1 0,20 3 0,-21-2-656,-24-2 656,22 4 0,20 1 0,-19-2-656,-21-3 492,7 2 0,7 1 0,0-1 0,-4 1-492,20 5 492,-20-4 0,1-1-492,19 3 0,-65-8 1967,35 0 0,-37 0-829,29 0-154,-29 0-170,29-4 170,-29 3 983,29-3 0,-29 4 0,29 0 0,-30 0 0,39 4 0,-36-3 0,18 3 0,-24-4 0,-5 4 0,8-3 0,-7 3-891,8-4-92,12 0 0,-12 0 0,20 0 0,-22 0 0,14 0 0,-14 0 0,27 5 0,-24-4 0,15 3 0,1-4 0,4 0 0,10 0 0,-9 0 0,-17 0 0,8 0 0,-15 0 0,53 0 0,-41 0 0,28 0 0,23 0 0,-46 0-492,41 0 0,1 0-492,-40 0 492,44-2 0,-1-1-492,-47 2 492,33-7 0,6-1-492,-7 1 0,7-5 0,-10 4 0,-40 8 0,49-11 0,-40 10 591,31-3 1,-1 1 392,-31 4 983,62-4 0,-72 3 0,29-3-43,-21 4-940,10-5 0,-12 4 0,15-3 0,-21 4 0,37 0 0,-35 0-984,70 0 0,-64 0 692,34 0 0,2 0 292,-25 0-492,35 0 0,2 0-492,-27 0 492,30 0 0,-3 0-492,-40 0 932,35-1 1,1-2 51,-37-3 0,35 3 0,0 1 0,-37-3 983,55 5-203,-68 0 203,33-8 0,-32 6 0,36-15-3,-36 15-980,58-7 0,-53 9 0,77 0 0,-76 0 983,56 0 0,-62 0 0,16 0 0,-22 0 0,5 0 0,-4 0 0,38 0 0,-31 0-228,77-4-755,-72 3 0,47-3 0,-58 4 0,7 0 0,-8 0 0,-5-4 0,-31 3-984,6-4 0,-23 5 0,24 0 492,-63 0 0,-10 0-492,29 0 656,-20 0 0,-19 0 0,21 0-656,26 0 492,-12 0 0,7 0-492,38 0 970,-29 0 14,36 0 0,-44-4 0,38 3-984,-56-7 0,53 3 0,-55-5 0,61 5 1846,-62 1-862,62 4-36,-58-5 36,60 4 983,-35-7 0,38 7 0,-37-3 0,33 4-844,-40 0 1,-5 0-140,22 0 0,-26 2 0,4 0-984,33-1 0,-24 3 0,-22-4 384,8 0 600,-13 0 0,16 0 0,50 0 983,-20-4 0,23 3 0,-31-12 0,30 7-378,-59-8-605,58 9-492,-41-2 0,-3 1-492,30 4 935,-28-6 0,3-1 49,35 7 0,-25-10 0,32 10 983,-16-2 0,13 4-971,-54 0-12,46 0 0,-34 0-984,9 0 0,27 0 492,-37 2 0,-2 0-492,31-1 492,-25 2 0,2-1-492,35-2 1967,-32 0 0,35 0-131,-22 0-852,21 0 0,-52 0 0,45 0 491,-37-3 1,-14-3-1,11-1 1,2-1-1,4 2 1,0 0-1,-2 0 1,9-1 491,20 3 0,-15-1 0,2 0-848,-17 0-135,34 5-413,-7 0 413,20 0 983,1 0 0,0 0-77,-1 0-906,1 0 0,0 0 0,0 0 0,-1 0 0,1 0 0,-9 0 0,-30 9 0,21-7 0,-53 6 0,62-8 0,-66 0 0,60 0 0,-54 0 0,59 0 0,-20 0 0,29 0 483,-16 0-483,14 0 0,-40-4 0,31 3 0,-56-8 0,50 8 0,-50-7 0,56 7 0,-50-8 0,53 8 0,-41-3 0,46 4 0,-21 0 0,22 0 0,-14 0 0,15 0 0,-7 0 0,9 0 0,0 0 0,-1 4 0,1-3 0,0 3 0,-5-4 0,4 0 0,-4 0 0,5 0 0,0 0 0,-1 0 0,1 0 0,-8 0 0,1 0 0,-23 0 0,16 0 0,-33 0 0,36 0-984,-64 0 0,63 0 492,-39 2 0,-2 1-492,38-2 492,-28 3 0,3 0-492,33-3 0,-23 3 0,34 0 1703,-3-3-719,32 3 983,-18-4 0,25 0 0,-22 0 0,1 0 0,-1 0 0,1 0 0,-1 5-711,1-4-272,3 7 0,-6-7 0,1 3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4:53:44.2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24575,'84'2'0,"-1"0"0,1 0 0,-1 0 0,1 0 0,21 3 0,3 0 0,-9 1 0,-20 0 0,17 7 0,-3 4 0,-50-13-984,-33-4 0,0 4 0,2-3 0,-5 4 416,6-5 568,-3 0 983,-1 0-942,1 0-41,8 0 0,-7 0 983,11 0 0,-11 0 0,2 0-452,-3 0-531,-1 0 0,1-5 0,-1 4 0,18-7 0,-14 3 0,14-1 0,-18 2 0,-4 0 0,8 15 0,-2 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38:30.4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38:22.0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15 24575,'24'-8'0,"-5"1"-984,-12 7 0,0 0 0,3 0 0,0 0 0,0 0 0,8 0 0,-10 0 0,19 3 1967,-19-3-878,14 2 878,-15-2 0,11 0 0,-11 0 0,15 2 0,-14-1 0,15 1-97,-17-2-886,13 0 0,-13 0 0,6 0 0,-3 0 0,-31 13 0,20-10 0,-27 11 0,24-14 0,0 0 0,-8 0 0,6 0 0,-15 0 0,14 0 0,-12 0 0,14 0 0,-5 0 0,1 0 0,4 0 0,-7 0 0,5 0 0,-2 0 0,-2 0 0,7 0 0,-7 0 0,2 0 0,2 0 0,-3 0 0,3 0 0,29-9 0,-12 6 0,24-5 0,-21 8 0,-2-3 0,-2 3 0,21-2 0,-19 2 0,30 0 0,-31 0 0,20 0 0,-21 0 0,19 0 0,-20 0 0,20 0 0,-17 0 0,20 0 0,-17 0 0,19 0 0,-20 0 0,25 2 0,-23-2 0,24 5 0,-27-5 0,25 5 0,-25-5 0,25 5 0,-22-5 0,26 2 0,-27-2 0,27 2 0,-31-1-984,29 1 0,-29-2 0,29 2 0,-9-1 0,-4 1 0,15 0 104,-31-1 880,29 3 0,-28-3 0,23 1 0,-25 0 0,21-2 0,-21 3 983,17-1 0,-18-2 0,9 3 0,-10-3 0,10 0 0,-10 0-97,17 2-886,-15-2 0,19 5 0,-20-5 0,18 2 0,-20 0 0,13-1 0,-14 1 0,5-2 0,3 2 0,-6-1 0,6 1 0,-3-2 0,-3 0 0,12 2 0,-10-1 0,14 3 0,-15-3 0,9 3 0,-10-3 0,3 1 0,1 0 0,-2-2 0,4 3 0,-4-1 0,2-2 0,0 2 0,-3 1 0,18-1 0,-15 1 0,19 1 0,-23-3 0,8 3 0,-6-3 0,0 1 0,3 0 0,-5-1 0,6 1 0,-5-2 0,3 0 0,0 0 0,0 0 0,0 0 0,0 0 0,0 0 0,0 0 0,0 0 0,0 0 0,0 0 0,0 0 0,4 0 0,-5 0 0,5 0 0,-9 0 0,7 0 0,-4 0 0,2 0 0,-1 0 0,3 0 0,-3 0 0,14 0 0,-16 0 0,18 0 0,-18 0 0,14 0 0,-15 0 0,10 0 0,-10 0 0,8 0 0,-8 0 0,15 0 0,-14 0 0,14 0 0,-15 0 0,10 0 0,-9 0 0,4 0 0,-2 0 0,-2 0 0,6 0 0,-7 0 0,6 0 0,-4 0 0,2 0 0,-1 0 0,1 0 0,0 0 0,0 0 0,0 0 0,0 0 0,0 0 0,0 0 0,0 0 0,0 0 0,4 0 0,-5 0 0,9 0 0,-11 0 0,20 0 0,-18 0 0,20 0 0,-22 0 0,13 0 0,-13 0 0,7-2 0,-7 1 0,1-1 0,4 0 0,-6 1 0,5-1 0,-3 2 0,2 0 0,0 0 0,0 0 0,0 0 0,0 0 0,0 0 0,0 0 0,-1 0 0,1 0 0,0 0 0,0 0 0,0 0 0,0 0 0,-2-2 0,1 1 0,-1-1 0,2 2 0,0 0 0,-3-2 0,3 1 0,-2-1 0,1 2 0,1-2 0,-2 1 0,1-1 0,1 2 0,-1 0 0,2-2 0,-3 1 0,2-1 0,2 2 0,-4 0 0,4 0 0,-4 0 0,1-2 0,1 1 0,-2-1 0,2 0 0,-3 1 0,3-1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38:24.9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38:26.2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37:51.8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255 455 8191,'32'-22'0,"-10"8"983,-7 8 0,-6 6 0,-3 0 0,20-6 0,-1-2 0,1 1 0,-6 1 0,18-1 0,-24 6 0,63-5 0,-58-1-492,32 6 1,1 1 491,-29-6 0,76-1 0,-47-1-1744,2 0 761,-10 2 0,-35-1 0,-3 6 0,6-5 0,-5 6-984,5-7 0,-3 6 0,-2-5 0,24 0 0,-19 4 0,42-4 684,-42 6 1283,19-6-389,-24 4-594,-1-4 0,6 6 0,-5 0 0,5 0 0,-3-6 0,-2 4 0,8-4 0,10 0 0,-9 4 0,7-4 0,-17 6 0,1 0 0,4-6 0,-3 4 0,4-4 983,-3 6 0,12-6 0,-9 4 0,19-10 0,-22 11 0,17-6 0,-18 1-837,7 5-146,5-6 0,-10 7 0,30 0 0,-24 0 0,39 0 0,-33 0 0,32 0 0,-35 0 0,22 0 0,-20 0 0,17 7 0,-13-6 0,11 5 0,-13-6 0,23 0 0,-27 0 0,15 0 0,-28 0 0,0 0 0,6 0 0,-4 0 0,4 0 0,13 0 0,-11 0 0,46-12 0,-43 9 0,23-10 0,-17 13 0,-10 0 0,58-6 0,-50-2 0,61 1 0,-69 0 0,52-5 0,-51 9 0,45-9 0,-45 12 0,43 0 0,-41 0 0,54 0 0,-54 0 0,54 0 0,-54 0 0,44 0 0,-45 0 0,41 0 0,-43 0 0,37 0 0,-39 0 0,15 0 0,8 0 0,10 0 0,1 0 0,21 0 0,-48 0 0,34 0 0,-36 0 0,35 0 0,-35 0 0,38 0 0,-43 0 0,31 6 0,-29-5 0,28 5 0,-28-6 0,10 0 0,0 0 0,-13 0 0,30 0 0,-30 0 0,35 0 0,-33 0 0,42 0 0,-39 0 0,45 0 0,-42 0 0,42 0 0,-45 0 0,47 0 0,-45 0 0,43 0 0,-46 0 0,42 0 0,-42 0 0,56 0 0,-55 0 0,63 0 0,-62 0 0,43 0 0,-35-6 0,2 5 0,3-12 0,-21 12 0,18-12 0,-17 12 0,8-5 0,-10 6 0,-1 0 0,6-7 0,-5 6 0,5-5 0,14 0 0,-15 4 0,34-4 0,-34 6 0,32-6 0,-33 4 0,24-4 0,-25 6 0,14-6 0,-15 4 0,9-4 0,-9 6 0,15 0 0,-14 0 0,25 0 0,-24 0 0,30 0 0,-30 0 0,32 0 0,-31 0 0,15 0 0,0 0 0,-15 0 0,29 0 0,-31 0 0,17 0 0,-18 0 0,12 0 0,-12 0 0,15 0 0,-1 0 0,-4 0 0,14 0 0,-23 0 0,11 0 0,-13 0 0,2 0 0,0 6 0,0-4 0,1 10 0,-1-11 0,-3 24 0,-2-15 0,2 16 0,-3-6 0,0-5 0,0 11 0,-3-5 0,0 1 0,0 3 0,-5-9 0,3 3 0,-9-5 0,7 0 0,-5-7 0,-2-1 0,1-6 0,-3 0 0,4 0 0,-10 0 0,9 0 0,-10 0 0,9 0 0,3 0-984,-23 0 0,20 0 0,-14 0 0,5-6 0,13-1 0,-25-1 0,14 2 0,-5 6 0,-10-7 0,23 6 0,-27-5 487,28 6 497,-33 0 0,30 0 0,-29 0 0,31 0 983,-18 0 0,20 0 0,-9 0 0,10 0 0,-7 0 0,6 0 0,-20 6 0,18-5 0,-15 5 0,18-6 0,-2 6-475,-3-4-508,5 4 0,-5-6 0,-5 0 0,8 0 0,-22 6 0,22-4 0,-25 10 0,25-11 0,-25 5 0,25-6 0,-28 0 0,27 0 0,-37 7 0,32-6 0,-36 5 0,38-6 0,-37 6 0,38-4 0,-33 4 0,36-6 0,-25 0 0,24 0 0,-28 0 0,27 0 0,-37 0 0,37 0 0,-31 0 0,33 0 0,-22 0 0,22 0 0,-25 0 0,24 0 0,-26 0 0,24 0 0,-23 0 0,18 0 0,-21 0 0,22 0 0,-6 0 0,-1 0 0,-1 0 0,-2 0 0,1 0 0,18 0 0,-16 0 0,14 0 0,-16 0 0,17 0 0,-20 0 0,18 0 0,-23 0 0,23 0 0,-29 0 0,28 0 0,-36 0 0,33 0 0,-34 6 0,34-5 0,-39 6 0,40-7 0,-39 0 0,41 0 0,-34-7 0,34 6 0,-38-5 0,36 6 0,-34 0 0,37 0 0,-26 0 0,26 0 0,-21 0 0,22 0 0,-19 0 0,20 0 0,-20 0 0,19 0 0,-17-7 0,18 6 0,-17-5 0,16 6 0,-19 0 0,19 0 0,-33-6 0,30-2 0,-49-6 0,48 6 0,-43 2 0,45 6 0,-33 0 0,36-6 0,-28 4 0,30-4 0,-19 6 0,16 0 0,-19 0 0,19 0 0,-25 0 0,25 0 0,-25 0 0,25 0 0,-19-6 0,19 4 0,-19-4 0,19 6 0,-33 0 0,31 0 0,-39 0 0,35 0 0,-47-6 0,45 4-984,-50-4 0,54 6 0,-51-6 0,50 5 0,-22-6 0,-15 1 0,26-2 633,-58-5 351,61 5 0,-52-5 0,58 12 0,-50-11 0,54 10 0,-35-4 0,36 6 0,-39-6 0,38 4 0,-46-10 0,42 10 0,-43-4 0,44 6 0,-40-6 0,43 4 0,-44-4 0,44 6 0,-38-6 0,39 4 0,-31-4 0,32 6 0,-34-6 0,32 4 0,-38-10 0,36 11 0,-31-6 0,13 1 0,4 5 0,-5-6 0,25 7 983,-18 0 0,17 0 0,-19-6 0,19 5 0,-8-5 0,11-1 0,0 6-625,-6-5-358,5 6 0,-5 0 0,3 0 0,-8-7 0,5 6 0,-21-11 0,22 10 0,-28-10 0,29 10 0,-26-4 0,26 6 0,-20-6 0,21 4 0,-22-4 0,21 6 0,-18 0 0,20 0 0,-20 0 0,19 0 0,-25 0 0,24 0 0,-15 0 0,18 0 0,-10 6 0,9-4 0,-6 4 0,7-6 0,-7 0 0,6 0 0,-12 6 0,12-5 0,-23 5 0,21-6 0,-29 0 0,29 0 0,-13 6 0,17-4 0,3 10 0,17 8 0,-8-9 0,15 13 0,-15-23 0,0 6 0,9 5 0,-7-9 0,9 15 0,-10-17 0,2 6 0,0-1 0,-2 1 0,2 7 0,-2 0 0,-1-1 0,3 1 0,-5 0 0,4-1 0,-4 7 0,2-5 0,0 5 0,-2 0 0,4-11 0,-1 3 0,3-12 0,2 0 0,-5 0-984,7 6 0,-3-4 0,1 4 738,11 0 0,-16-4 0,10 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4:53:47.5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197 285 24575,'34'0'0,"-10"0"0,-6 0 0,-8 0 0,-1 0 0,1 0 0,-1 0 0,1 0 0,-1 0-984,5 0 921,-3 0 63,13 0 0,-13 0-492,51 2 0,10 0-492,-24 0 656,26 1 0,20 3 0,-21-2-656,-24-2 656,22 4 0,20 1 0,-19-2-656,-21-3 492,7 2 0,7 1 0,0-1 0,-4 1-492,20 5 492,-20-4 0,1-1-492,19 3 0,-65-8 1967,35 0 0,-37 0-829,29 0-154,-29 0-170,29-4 170,-29 3 983,29-3 0,-29 4 0,29 0 0,-30 0 0,39 4 0,-36-3 0,18 3 0,-24-4 0,-5 4 0,8-3 0,-7 3-891,8-4-92,12 0 0,-12 0 0,20 0 0,-22 0 0,14 0 0,-14 0 0,27 5 0,-24-4 0,15 3 0,1-4 0,4 0 0,10 0 0,-9 0 0,-17 0 0,8 0 0,-15 0 0,53 0 0,-41 0 0,28 0 0,23 0 0,-46 0-492,41 0 0,1 0-492,-40 0 492,44-2 0,-1-1-492,-47 2 492,33-7 0,6-1-492,-7 1 0,7-5 0,-10 4 0,-40 8 0,49-11 0,-40 10 591,31-3 1,-1 1 392,-31 4 983,62-4 0,-72 3 0,29-3-43,-21 4-940,10-5 0,-12 4 0,15-3 0,-21 4 0,37 0 0,-35 0-984,70 0 0,-64 0 692,34 0 0,2 0 292,-25 0-492,35 0 0,2 0-492,-27 0 492,30 0 0,-3 0-492,-40 0 932,35-1 1,1-2 51,-37-3 0,35 3 0,0 1 0,-37-3 983,55 5-203,-68 0 203,33-8 0,-32 6 0,36-15-3,-36 15-980,58-7 0,-53 9 0,77 0 0,-76 0 983,56 0 0,-62 0 0,16 0 0,-22 0 0,5 0 0,-4 0 0,38 0 0,-31 0-228,77-4-755,-72 3 0,47-3 0,-58 4 0,7 0 0,-8 0 0,-5-4 0,-31 3-984,6-4 0,-23 5 0,24 0 492,-63 0 0,-10 0-492,29 0 656,-20 0 0,-19 0 0,21 0-656,26 0 492,-12 0 0,7 0-492,38 0 970,-29 0 14,36 0 0,-44-4 0,38 3-984,-56-7 0,53 3 0,-55-5 0,61 5 1846,-62 1-862,62 4-36,-58-5 36,60 4 983,-35-7 0,38 7 0,-37-3 0,33 4-844,-40 0 1,-5 0-140,22 0 0,-26 2 0,4 0-984,33-1 0,-24 3 0,-22-4 384,8 0 600,-13 0 0,16 0 0,50 0 983,-20-4 0,23 3 0,-31-12 0,30 7-378,-59-8-605,58 9-492,-41-2 0,-3 1-492,30 4 935,-28-6 0,3-1 49,35 7 0,-25-10 0,32 10 983,-16-2 0,13 4-971,-54 0-12,46 0 0,-34 0-984,9 0 0,27 0 492,-37 2 0,-2 0-492,31-1 492,-25 2 0,2-1-492,35-2 1967,-32 0 0,35 0-131,-22 0-852,21 0 0,-52 0 0,45 0 491,-37-3 1,-14-3-1,11-1 1,2-1-1,4 2 1,0 0-1,-2 0 1,9-1 491,20 3 0,-15-1 0,2 0-848,-17 0-135,34 5-413,-7 0 413,20 0 983,1 0 0,0 0-77,-1 0-906,1 0 0,0 0 0,0 0 0,-1 0 0,1 0 0,-9 0 0,-30 9 0,21-7 0,-53 6 0,62-8 0,-66 0 0,60 0 0,-54 0 0,59 0 0,-20 0 0,29 0 483,-16 0-483,14 0 0,-40-4 0,31 3 0,-56-8 0,50 8 0,-50-7 0,56 7 0,-50-8 0,53 8 0,-41-3 0,46 4 0,-21 0 0,22 0 0,-14 0 0,15 0 0,-7 0 0,9 0 0,0 0 0,-1 4 0,1-3 0,0 3 0,-5-4 0,4 0 0,-4 0 0,5 0 0,0 0 0,-1 0 0,1 0 0,-8 0 0,1 0 0,-23 0 0,16 0 0,-33 0 0,36 0-984,-64 0 0,63 0 492,-39 2 0,-2 1-492,38-2 492,-28 3 0,3 0-492,33-3 0,-23 3 0,34 0 1703,-3-3-719,32 3 983,-18-4 0,25 0 0,-22 0 0,1 0 0,-1 0 0,1 0 0,-1 5-711,1-4-272,3 7 0,-6-7 0,1 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4:53:44.2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24575,'84'2'0,"-1"0"0,1 0 0,-1 0 0,1 0 0,21 3 0,3 0 0,-9 1 0,-20 0 0,17 7 0,-3 4 0,-50-13-984,-33-4 0,0 4 0,2-3 0,-5 4 416,6-5 568,-3 0 983,-1 0-942,1 0-41,8 0 0,-7 0 983,11 0 0,-11 0 0,2 0-452,-3 0-531,-1 0 0,1-5 0,-1 4 0,18-7 0,-14 3 0,14-1 0,-18 2 0,-4 0 0,8 15 0,-2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38:30.4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38:22.0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15 24575,'24'-8'0,"-5"1"-984,-12 7 0,0 0 0,3 0 0,0 0 0,0 0 0,8 0 0,-10 0 0,19 3 1967,-19-3-878,14 2 878,-15-2 0,11 0 0,-11 0 0,15 2 0,-14-1 0,15 1-97,-17-2-886,13 0 0,-13 0 0,6 0 0,-3 0 0,-31 13 0,20-10 0,-27 11 0,24-14 0,0 0 0,-8 0 0,6 0 0,-15 0 0,14 0 0,-12 0 0,14 0 0,-5 0 0,1 0 0,4 0 0,-7 0 0,5 0 0,-2 0 0,-2 0 0,7 0 0,-7 0 0,2 0 0,2 0 0,-3 0 0,3 0 0,29-9 0,-12 6 0,24-5 0,-21 8 0,-2-3 0,-2 3 0,21-2 0,-19 2 0,30 0 0,-31 0 0,20 0 0,-21 0 0,19 0 0,-20 0 0,20 0 0,-17 0 0,20 0 0,-17 0 0,19 0 0,-20 0 0,25 2 0,-23-2 0,24 5 0,-27-5 0,25 5 0,-25-5 0,25 5 0,-22-5 0,26 2 0,-27-2 0,27 2 0,-31-1-984,29 1 0,-29-2 0,29 2 0,-9-1 0,-4 1 0,15 0 104,-31-1 880,29 3 0,-28-3 0,23 1 0,-25 0 0,21-2 0,-21 3 983,17-1 0,-18-2 0,9 3 0,-10-3 0,10 0 0,-10 0-97,17 2-886,-15-2 0,19 5 0,-20-5 0,18 2 0,-20 0 0,13-1 0,-14 1 0,5-2 0,3 2 0,-6-1 0,6 1 0,-3-2 0,-3 0 0,12 2 0,-10-1 0,14 3 0,-15-3 0,9 3 0,-10-3 0,3 1 0,1 0 0,-2-2 0,4 3 0,-4-1 0,2-2 0,0 2 0,-3 1 0,18-1 0,-15 1 0,19 1 0,-23-3 0,8 3 0,-6-3 0,0 1 0,3 0 0,-5-1 0,6 1 0,-5-2 0,3 0 0,0 0 0,0 0 0,0 0 0,0 0 0,0 0 0,0 0 0,0 0 0,0 0 0,0 0 0,0 0 0,4 0 0,-5 0 0,5 0 0,-9 0 0,7 0 0,-4 0 0,2 0 0,-1 0 0,3 0 0,-3 0 0,14 0 0,-16 0 0,18 0 0,-18 0 0,14 0 0,-15 0 0,10 0 0,-10 0 0,8 0 0,-8 0 0,15 0 0,-14 0 0,14 0 0,-15 0 0,10 0 0,-9 0 0,4 0 0,-2 0 0,-2 0 0,6 0 0,-7 0 0,6 0 0,-4 0 0,2 0 0,-1 0 0,1 0 0,0 0 0,0 0 0,0 0 0,0 0 0,0 0 0,0 0 0,0 0 0,0 0 0,4 0 0,-5 0 0,9 0 0,-11 0 0,20 0 0,-18 0 0,20 0 0,-22 0 0,13 0 0,-13 0 0,7-2 0,-7 1 0,1-1 0,4 0 0,-6 1 0,5-1 0,-3 2 0,2 0 0,0 0 0,0 0 0,0 0 0,0 0 0,0 0 0,0 0 0,-1 0 0,1 0 0,0 0 0,0 0 0,0 0 0,0 0 0,-2-2 0,1 1 0,-1-1 0,2 2 0,0 0 0,-3-2 0,3 1 0,-2-1 0,1 2 0,1-2 0,-2 1 0,1-1 0,1 2 0,-1 0 0,2-2 0,-3 1 0,2-1 0,2 2 0,-4 0 0,4 0 0,-4 0 0,1-2 0,1 1 0,-2-1 0,2 0 0,-3 1 0,3-1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38:24.9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38:26.2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37:51.8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255 455 8191,'32'-22'0,"-10"8"983,-7 8 0,-6 6 0,-3 0 0,20-6 0,-1-2 0,1 1 0,-6 1 0,18-1 0,-24 6 0,63-5 0,-58-1-492,32 6 1,1 1 491,-29-6 0,76-1 0,-47-1-1744,2 0 761,-10 2 0,-35-1 0,-3 6 0,6-5 0,-5 6-984,5-7 0,-3 6 0,-2-5 0,24 0 0,-19 4 0,42-4 684,-42 6 1283,19-6-389,-24 4-594,-1-4 0,6 6 0,-5 0 0,5 0 0,-3-6 0,-2 4 0,8-4 0,10 0 0,-9 4 0,7-4 0,-17 6 0,1 0 0,4-6 0,-3 4 0,4-4 983,-3 6 0,12-6 0,-9 4 0,19-10 0,-22 11 0,17-6 0,-18 1-837,7 5-146,5-6 0,-10 7 0,30 0 0,-24 0 0,39 0 0,-33 0 0,32 0 0,-35 0 0,22 0 0,-20 0 0,17 7 0,-13-6 0,11 5 0,-13-6 0,23 0 0,-27 0 0,15 0 0,-28 0 0,0 0 0,6 0 0,-4 0 0,4 0 0,13 0 0,-11 0 0,46-12 0,-43 9 0,23-10 0,-17 13 0,-10 0 0,58-6 0,-50-2 0,61 1 0,-69 0 0,52-5 0,-51 9 0,45-9 0,-45 12 0,43 0 0,-41 0 0,54 0 0,-54 0 0,54 0 0,-54 0 0,44 0 0,-45 0 0,41 0 0,-43 0 0,37 0 0,-39 0 0,15 0 0,8 0 0,10 0 0,1 0 0,21 0 0,-48 0 0,34 0 0,-36 0 0,35 0 0,-35 0 0,38 0 0,-43 0 0,31 6 0,-29-5 0,28 5 0,-28-6 0,10 0 0,0 0 0,-13 0 0,30 0 0,-30 0 0,35 0 0,-33 0 0,42 0 0,-39 0 0,45 0 0,-42 0 0,42 0 0,-45 0 0,47 0 0,-45 0 0,43 0 0,-46 0 0,42 0 0,-42 0 0,56 0 0,-55 0 0,63 0 0,-62 0 0,43 0 0,-35-6 0,2 5 0,3-12 0,-21 12 0,18-12 0,-17 12 0,8-5 0,-10 6 0,-1 0 0,6-7 0,-5 6 0,5-5 0,14 0 0,-15 4 0,34-4 0,-34 6 0,32-6 0,-33 4 0,24-4 0,-25 6 0,14-6 0,-15 4 0,9-4 0,-9 6 0,15 0 0,-14 0 0,25 0 0,-24 0 0,30 0 0,-30 0 0,32 0 0,-31 0 0,15 0 0,0 0 0,-15 0 0,29 0 0,-31 0 0,17 0 0,-18 0 0,12 0 0,-12 0 0,15 0 0,-1 0 0,-4 0 0,14 0 0,-23 0 0,11 0 0,-13 0 0,2 0 0,0 6 0,0-4 0,1 10 0,-1-11 0,-3 24 0,-2-15 0,2 16 0,-3-6 0,0-5 0,0 11 0,-3-5 0,0 1 0,0 3 0,-5-9 0,3 3 0,-9-5 0,7 0 0,-5-7 0,-2-1 0,1-6 0,-3 0 0,4 0 0,-10 0 0,9 0 0,-10 0 0,9 0 0,3 0-984,-23 0 0,20 0 0,-14 0 0,5-6 0,13-1 0,-25-1 0,14 2 0,-5 6 0,-10-7 0,23 6 0,-27-5 487,28 6 497,-33 0 0,30 0 0,-29 0 0,31 0 983,-18 0 0,20 0 0,-9 0 0,10 0 0,-7 0 0,6 0 0,-20 6 0,18-5 0,-15 5 0,18-6 0,-2 6-475,-3-4-508,5 4 0,-5-6 0,-5 0 0,8 0 0,-22 6 0,22-4 0,-25 10 0,25-11 0,-25 5 0,25-6 0,-28 0 0,27 0 0,-37 7 0,32-6 0,-36 5 0,38-6 0,-37 6 0,38-4 0,-33 4 0,36-6 0,-25 0 0,24 0 0,-28 0 0,27 0 0,-37 0 0,37 0 0,-31 0 0,33 0 0,-22 0 0,22 0 0,-25 0 0,24 0 0,-26 0 0,24 0 0,-23 0 0,18 0 0,-21 0 0,22 0 0,-6 0 0,-1 0 0,-1 0 0,-2 0 0,1 0 0,18 0 0,-16 0 0,14 0 0,-16 0 0,17 0 0,-20 0 0,18 0 0,-23 0 0,23 0 0,-29 0 0,28 0 0,-36 0 0,33 0 0,-34 6 0,34-5 0,-39 6 0,40-7 0,-39 0 0,41 0 0,-34-7 0,34 6 0,-38-5 0,36 6 0,-34 0 0,37 0 0,-26 0 0,26 0 0,-21 0 0,22 0 0,-19 0 0,20 0 0,-20 0 0,19 0 0,-17-7 0,18 6 0,-17-5 0,16 6 0,-19 0 0,19 0 0,-33-6 0,30-2 0,-49-6 0,48 6 0,-43 2 0,45 6 0,-33 0 0,36-6 0,-28 4 0,30-4 0,-19 6 0,16 0 0,-19 0 0,19 0 0,-25 0 0,25 0 0,-25 0 0,25 0 0,-19-6 0,19 4 0,-19-4 0,19 6 0,-33 0 0,31 0 0,-39 0 0,35 0 0,-47-6 0,45 4-984,-50-4 0,54 6 0,-51-6 0,50 5 0,-22-6 0,-15 1 0,26-2 633,-58-5 351,61 5 0,-52-5 0,58 12 0,-50-11 0,54 10 0,-35-4 0,36 6 0,-39-6 0,38 4 0,-46-10 0,42 10 0,-43-4 0,44 6 0,-40-6 0,43 4 0,-44-4 0,44 6 0,-38-6 0,39 4 0,-31-4 0,32 6 0,-34-6 0,32 4 0,-38-10 0,36 11 0,-31-6 0,13 1 0,4 5 0,-5-6 0,25 7 983,-18 0 0,17 0 0,-19-6 0,19 5 0,-8-5 0,11-1 0,0 6-625,-6-5-358,5 6 0,-5 0 0,3 0 0,-8-7 0,5 6 0,-21-11 0,22 10 0,-28-10 0,29 10 0,-26-4 0,26 6 0,-20-6 0,21 4 0,-22-4 0,21 6 0,-18 0 0,20 0 0,-20 0 0,19 0 0,-25 0 0,24 0 0,-15 0 0,18 0 0,-10 6 0,9-4 0,-6 4 0,7-6 0,-7 0 0,6 0 0,-12 6 0,12-5 0,-23 5 0,21-6 0,-29 0 0,29 0 0,-13 6 0,17-4 0,3 10 0,17 8 0,-8-9 0,15 13 0,-15-23 0,0 6 0,9 5 0,-7-9 0,9 15 0,-10-17 0,2 6 0,0-1 0,-2 1 0,2 7 0,-2 0 0,-1-1 0,3 1 0,-5 0 0,4-1 0,-4 7 0,2-5 0,0 5 0,-2 0 0,4-11 0,-1 3 0,3-12 0,2 0 0,-5 0-984,7 6 0,-3-4 0,1 4 738,11 0 0,-16-4 0,10 4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2:25.716"/>
    </inkml:context>
    <inkml:brush xml:id="br0">
      <inkml:brushProperty name="width" value="0.35" units="cm"/>
      <inkml:brushProperty name="height" value="0.35" units="cm"/>
      <inkml:brushProperty name="color" value="#C8E1EB"/>
    </inkml:brush>
  </inkml:definitions>
  <inkml:trace contextRef="#ctx0" brushRef="#br0">1 1 8191,'27'0'0,"-6"0"983,-11 0 0,-4 0 0,3 3 0,2-2 0,-1 1 0,-1-2 0,0 3 0,13 1 0,-9 0 0,12-1 0,11 3 0,-15-5 0,44 8 0,-45-6 0,35 1 0,-40-1-327,26-3-656,-31 0 0,28 0 0,-27 0 0,27-3 0,-28 2 0,37-5 0,-34 6 0,53-6 0,-51 5-984,58-5 0,-58 5 0,26-2 0,-2 0 0,-22 2 0,51-2 0,-38 0 0,10 3 978,-14-3 6,-19 0 983,3 2 0,-1-2 0,-2 3 0,5 0 0,-5 0 0,3 0 0,2 0 0,-4 0-969,15 0-14,-13 0 0,19 0 0,-20 0 0,9 0 0,-11 0 0,2 0 0,1 0 0,3 0 0,-3 0 0,-1 0 0,1 0 0,-3 0 0,5 0 0,-5 0 0,2 0 0,9 0 0,-8 0 0,19 0 0,-20 0 0,21 0 0,-21 0 0,20 0 0,-19 0 0,22 0 0,-22 0 0,28 0 0,-27 0 0,29 0 0,-29 0 0,33 0 0,-33 0 0,33 3 0,-33-2 0,24 2 0,-26-3 0,20 0 0,-19 0 0,16 0 0,-17 0 0,14 0 0,-14 0 0,15 0 0,-16 0 0,19 0 0,-18 0 0,20 0 0,-19 0 0,16 0 0,-17 0 0,17 0 0,-16 0 0,13 0 0,-15 0 0,10 0 0,-10 0 0,13 3 0,-13-3 0,16 3 0,-13-3 0,5 0 0,5 0 0,2 0 0,-1 0 0,7 0 0,-20 0 0,20 3 0,-19-2 0,25 1 0,-25-2 0,25 0 0,-25 0 0,17 0 0,-19 0 0,10 0 0,-10 0 0,4 0 0,-3 0 0,-2 0 0,5 0 0,-4 3 0,1-2 0,3 2 0,-4-3 0,4 0 0,9 0 0,-11 0 0,25 0 0,-25 0 0,31 0 0,-30 0 0,24 0 0,-26 0 0,17 0 0,-8 3 0,2-3 0,10 3 0,-20-3 0,22 0 0,-23 0 0,18 0 0,-19 0 0,16 0 0,-15 0 0,20 3 0,-19-2 0,17 1 0,-20-2 0,11 0 0,-10 0 0,10 0 0,-10 0 0,4 0 0,-3 0 0,4 0 0,-2 0 0,13 0 0,-15 0 0,23 0 0,-22 0 0,22 0 0,-22 0 0,8 0 0,-12 0 0,1 0 0,5 0 0,-4 0 0,4 0 0,6 0 0,-9 0 0,17 0 0,-17 0 0,18 0 0,-18 0 0,20 0 0,-19 0 0,13 0 0,-15 0 0,13 0 0,-13 0 0,13 0 0,-13 0 0,10 0 0,-10 0 0,10 0 0,-10 0 0,9 0 0,-9 0 0,13 0 0,-12 0 0,6 0 0,-9 0 0,6 0 0,-4 0 0,13 0 0,-12 0 0,11 0 0,-12 0 0,10 0 0,-10 0 0,10 0 0,-10 0 0,10 0 0,-10 0 0,7 0 0,-8 0 0,5 0 0,-5 0 0,11 0 0,-9 0 0,14 0 0,-14 0 0,12 0 0,-14 0 0,8 0 0,-7 0 0,1 0 0,0 0 0,-2 0 0,6 0 0,-6 0 0,2 0 0,0 0 0,-1 0 0,9 0 0,-8 0 0,12 0 0,-13 0 0,4 0 0,-3 0 0,-2 0 0,5 0 0,-4 0 0,1 0 0,12 0 0,-11 0 0,13 0 0,-15 0 0,7 0 0,-8 0 0,6 0 0,-4 0 0,-2 0 0,5 0 0,-2 0 0,0 0 0,5 0 0,-7 0 0,22 3 0,-20-2 0,23 2 0,-25-3 0,19 3 0,-18-3 0,15 3 0,-17-3 0,8 0 0,-7 3 0,4-2 0,-5 1 0,14-2 0,-12 0 0,23 0 0,-22 0 0,20 0 0,-22 0 0,10 0 0,-11 0 0,3 0 0,-1 0 0,1 0 0,0 0 0,2 0 0,-5 0 0,11 0 0,-9 0 0,14 3 0,-14-2 0,15 2 0,-16-3 0,7 0 0,-8 0 0,5 0 0,-4 0 0,4 0 0,-3 0 0,-2 0 0,6 0 0,-6 0 0,5 0 0,-5 0 0,8 0 0,-7 0 0,10 0 0,-10 0 0,4 0 0,-3 0 0,-2 0 0,6 0 0,-6 0 0,2 0 0,0 0 0,-2 0 0,6 0 0,-6 0 0,5 0 0,-5 0 0,2 0 0,1-3 0,-3 2 0,5-2 0,-5 3 0,3 0 0,-1 0 0,-2 0 0,5 0 0,-5 0 0,3 0 0,-1-3 0,-2 3 0,5-3 0,-5 3 0,3 0 0,-1-3 0,-2 2 0,5-2 0,-4 3 0,1 0 0,0 0 0,-2 0 0,6-2 0,-6-2 0,2 0 0,0 2 0,-2 2 0,3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2:36.690"/>
    </inkml:context>
    <inkml:brush xml:id="br0">
      <inkml:brushProperty name="width" value="0.35" units="cm"/>
      <inkml:brushProperty name="height" value="0.35" units="cm"/>
      <inkml:brushProperty name="color" value="#C8E1EB"/>
    </inkml:brush>
  </inkml:definitions>
  <inkml:trace contextRef="#ctx0" brushRef="#br0">1 1 8191,'27'0'0,"-6"0"983,-11 0 0,-4 0 0,3 3 0,2-2 0,-1 1 0,-1-2 0,0 3 0,13 1 0,-9 0 0,12-1 0,11 3 0,-15-5 0,44 8 0,-45-6 0,35 1 0,-40-1-327,26-3-656,-31 0 0,28 0 0,-27 0 0,27-3 0,-28 2 0,37-5 0,-34 6 0,53-6 0,-51 5-984,58-5 0,-58 5 0,26-2 0,-2 0 0,-22 2 0,51-2 0,-38 0 0,10 3 978,-14-3 6,-19 0 983,3 2 0,-1-2 0,-2 3 0,5 0 0,-5 0 0,3 0 0,2 0 0,-4 0-969,15 0-14,-13 0 0,19 0 0,-20 0 0,9 0 0,-11 0 0,2 0 0,1 0 0,3 0 0,-3 0 0,-1 0 0,1 0 0,-3 0 0,5 0 0,-5 0 0,2 0 0,9 0 0,-8 0 0,19 0 0,-20 0 0,21 0 0,-21 0 0,20 0 0,-19 0 0,22 0 0,-22 0 0,28 0 0,-27 0 0,29 0 0,-29 0 0,33 0 0,-33 0 0,33 3 0,-33-2 0,24 2 0,-26-3 0,20 0 0,-19 0 0,16 0 0,-17 0 0,14 0 0,-14 0 0,15 0 0,-16 0 0,19 0 0,-18 0 0,20 0 0,-19 0 0,16 0 0,-17 0 0,17 0 0,-16 0 0,13 0 0,-15 0 0,10 0 0,-10 0 0,13 3 0,-13-3 0,16 3 0,-13-3 0,5 0 0,5 0 0,2 0 0,-1 0 0,7 0 0,-20 0 0,20 3 0,-19-2 0,25 1 0,-25-2 0,25 0 0,-25 0 0,17 0 0,-19 0 0,10 0 0,-10 0 0,4 0 0,-3 0 0,-2 0 0,5 0 0,-4 3 0,1-2 0,3 2 0,-4-3 0,4 0 0,9 0 0,-11 0 0,25 0 0,-25 0 0,31 0 0,-30 0 0,24 0 0,-26 0 0,17 0 0,-8 3 0,2-3 0,10 3 0,-20-3 0,22 0 0,-23 0 0,18 0 0,-19 0 0,16 0 0,-15 0 0,20 3 0,-19-2 0,17 1 0,-20-2 0,11 0 0,-10 0 0,10 0 0,-10 0 0,4 0 0,-3 0 0,4 0 0,-2 0 0,13 0 0,-15 0 0,23 0 0,-22 0 0,22 0 0,-22 0 0,8 0 0,-12 0 0,1 0 0,5 0 0,-4 0 0,4 0 0,6 0 0,-9 0 0,17 0 0,-17 0 0,18 0 0,-18 0 0,20 0 0,-19 0 0,13 0 0,-15 0 0,13 0 0,-13 0 0,13 0 0,-13 0 0,10 0 0,-10 0 0,10 0 0,-10 0 0,9 0 0,-9 0 0,13 0 0,-12 0 0,6 0 0,-9 0 0,6 0 0,-4 0 0,13 0 0,-12 0 0,11 0 0,-12 0 0,10 0 0,-10 0 0,10 0 0,-10 0 0,10 0 0,-10 0 0,7 0 0,-8 0 0,5 0 0,-5 0 0,11 0 0,-9 0 0,14 0 0,-14 0 0,12 0 0,-14 0 0,8 0 0,-7 0 0,1 0 0,0 0 0,-2 0 0,6 0 0,-6 0 0,2 0 0,0 0 0,-1 0 0,9 0 0,-8 0 0,12 0 0,-13 0 0,4 0 0,-3 0 0,-2 0 0,5 0 0,-4 0 0,1 0 0,12 0 0,-11 0 0,13 0 0,-15 0 0,7 0 0,-8 0 0,6 0 0,-4 0 0,-2 0 0,5 0 0,-2 0 0,0 0 0,5 0 0,-7 0 0,22 3 0,-20-2 0,23 2 0,-25-3 0,19 3 0,-18-3 0,15 3 0,-17-3 0,8 0 0,-7 3 0,4-2 0,-5 1 0,14-2 0,-12 0 0,23 0 0,-22 0 0,20 0 0,-22 0 0,10 0 0,-11 0 0,3 0 0,-1 0 0,1 0 0,0 0 0,2 0 0,-5 0 0,11 0 0,-9 0 0,14 3 0,-14-2 0,15 2 0,-16-3 0,7 0 0,-8 0 0,5 0 0,-4 0 0,4 0 0,-3 0 0,-2 0 0,6 0 0,-6 0 0,5 0 0,-5 0 0,8 0 0,-7 0 0,10 0 0,-10 0 0,4 0 0,-3 0 0,-2 0 0,6 0 0,-6 0 0,2 0 0,0 0 0,-2 0 0,6 0 0,-6 0 0,5 0 0,-5 0 0,2 0 0,1-3 0,-3 2 0,5-2 0,-5 3 0,3 0 0,-1 0 0,-2 0 0,5 0 0,-5 0 0,3 0 0,-1-3 0,-2 3 0,5-3 0,-5 3 0,3 0 0,-1-3 0,-2 2 0,5-2 0,-4 3 0,1 0 0,0 0 0,-2 0 0,6-2 0,-6-2 0,2 0 0,0 2 0,-2 2 0,3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54:53.4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36 392 24575,'30'-17'0,"-10"7"0,-5 4 0,-9 4 0,1 1 0,11-5 0,36 3 0,-12-4 0,21 5 0,-1 0 0,-19-1 0,27 3 0,-2 0 0,-38 0 0,55 3 0,3 1 0,-48-3 0,57 7 0,-1 0-984,-64-6 0,56 10 0,5-4 0,-59-3 492,42 0 0,-2-1-492,-49-3 492,31 1 0,-1-1-492,-35-1 0,67-3 0,-34-3 0,-1 2 0,18-5 0,-56 5 1967,21 1 0,-9 0-221,-14 0 221,20 2 0,-24-2 0,4 3 0,-3 0 0,-2 0 0,5 0 0,1 0 0,-5-2 0,-27-2 0,0-2-749,-20 2-234,-7-2-984,27 6 0,-23-3 0,-31-3 0,34 4 492,-48-3 0,-4-2-492,31 2 656,-3 0 0,-13 1 0,15-1-656,13 0 492,-44-4 0,2-1-492,51 3 656,-40-9 0,-28-7 0,24 4-656,26 5 738,-8-3 0,-24-5 0,2 0 0,26 6-738,20 5 492,-49-12 0,3 3 226,61 15 1249,-39-13 0,53 13 0,-5-4 0,16 3-656,-1-1 1,2-3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39:32.0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823 1711 24575,'24'0'0,"-3"0"0,-14 0 0,-1 0 0,6 4 0,-4-3 0,4 4 0,9-5 0,-8 0 0,28 4 0,-26-3 0,11 4 0,-2-1 0,-13-3 0,24 3 0,-12-4 0,-1 0 0,22 5 0,-32-4 0,40 8 0,-40-8 0,35 8 0,-37-8 0,23 3 0,-25-4 0,13 4 0,-13-3 0,13 4 0,-13-5 0,16 0 0,-18 4 0,22-3 0,-21 4 0,31-5 0,-27 0 0,30 0 0,-30 0 0,29 0 0,-29 0 0,21 0 0,-23 0 0,12 0 0,-13 0 0,12 0 0,-11 0 0,23 4 0,-21-3 0,24 3 0,-26-4 0,12 0 0,-14 0 0,3 0 0,-1 0 0,-2 5 0,5-4 0,-5 3 0,3-4 0,-1 0 0,7 5 0,-5-4 0,19 3 0,-20-4 0,25 4 0,-25-2 0,22 2 0,-23-4 0,21 4 0,-21-3 0,20 4 0,-19-5 0,7 0 0,-10 0 0,-1 0 0,9 4 0,-6-3 0,6 4 0,9-1 0,-14-3 0,31 3 0,-30 1 0,27-4 0,-28 3 0,16 1 0,-15-4 0,11 3 0,-11-4 0,13 4 0,-16-2 0,19 2 0,-18-4 0,20 4 0,-19-3 0,16 4 0,-17-5 0,12 4 0,-14-3 0,14 4 0,-12-5 0,17 4 0,-16-3 0,22 3 0,-22-4 0,28 5 0,-27-4 0,24 3 0,-29 1 0,11-4 0,-2 3 0,-5-4 0,25 0 0,-7 0 0,0 0 0,7 4 0,-26-2 0,26 2 0,-24-4 0,27 0 0,-28 0 0,19 0 0,-20 0 0,9 0 0,-11 0 0,8 0 0,-7 0 0,12 0 0,-11 0 0,20 0 0,-19 0 0,17 0 0,-19 0 0,13 0 0,-13 0 0,16 0 0,-16 0 0,22 4 0,-20-3 0,25 4 0,-25-5 0,34 0 0,-32 0 0,31 0 0,-33 0 0,25 0 0,-24 0 0,15 0 0,-18 0 0,10 0 0,-10 0 0,7 0 0,-8 0 0,11 0 0,-10 0 0,25 0 0,-20 0 0,23 0 0,-21 0 0,15 0 0,-18 0 0,20 0 0,-22 0 0,23 0 0,-21 0 0,18 0 0,-15 0 0,18 0 0,-17 0 0,34 0 0,-31 0 0,31 0 0,-37 0 0,34 0 0,-34 0 0,47 0 0,-46 0 0,56 0 0,-55 0 0,74 0 0,-67 0 0,65 0 0,-70 0 0,68 0 0,-67 0 0,60 0 0,-65 0 0,19 0 0,-25 0 0,-1 0 0,6 0 0,-4 0 0,4 0 0,-2 0 0,-3 0 0,19 4 0,-15-3 0,47 4 0,-43-5 0,37 0 0,-42 0 0,8 0 0,-12 0 0,1 0 0,5 0 0,-4 0 0,4 0 0,-3 0 0,-2 0 0,8 4 0,-7-3 0,21 3 0,-15-4 0,33 0 0,-32 0 0,35 0 0,-39 0 0,19 0 0,-6 0 0,-10 0 0,21 0 0,-17 0 0,30-4 0,-26 3 0,45-4 0,-53 5 0,56-4 0,-50 3 0,48-4 0,-48 5 0,33 0 0,-43 0 0,23 0 0,-22 0 0,19 0 0,-17 0 0,31 0 0,-32 0 0,43-4 0,-42 3 0,19-4 0,0 5 0,-19 0 0,37-4 0,-25 3 0,2-4 0,-4 5 0,-15 0 0,-2-4 0,5 3 0,-5-4 0,6 1 0,0 3 0,-4-4 0,12 1 0,-14-2 0,11 1 0,-12-4 0,4 8 0,0-8 0,-2 8 0,3-8 0,-1 8 0,-2-8 0,8 4 0,-7-1 0,7-3 0,-8 8 0,0-8 0,-21-5 0,7 6 0,-14-5 0,12 8 0,2 4 0,-13-3 0,10 4 0,-47-14 0,38 11 0,-74-20 0,65 21-492,-37-7 0,-2-1-492,32 8 492,-41-5 0,2 0-492,48 6 492,-33-3 0,2-1-492,40 4 0,-62-8 0,66 8 0,-36-8 0,39 8 1967,-27-8-432,26 8-551,-29-8 0,30 8 0,-30-3 0,29 4 983,-26-5 0,27 4 0,-13-3 0,16 4 0,-11-5 0,9 4 0,-14-3 0,15 4-541,-24 0-442,21 0 0,-37 0 0,35 0 0,-19 0 0,-5-5 0,22 4 0,-56-8 0,33 4 0,-8-1 0,6 2 0,28 4 0,-6 0 0,-14 0 0,20 0 0,-19 0 0,24 0 0,-3 0 0,1 0 0,-1-4 0,0 2 0,1-2 0,0 4 0,-2 0 0,-3 0 0,-36-4 0,27 2 0,-52-2 0,56 4 0,-47-4 0,49 2 0,-21-2 0,32 4 0,0 0 0,-6 0 0,4 0 0,-4 0 0,3 0 0,2 0 0,-5 0 0,-15 0 0,7 0-984,-50-4 0,47 2 0,-76-6 0,77 6 492,-28 0 0,0 0-492,30 2 0,-46-4 0,56 2 0,-28-2 0,29 4 0,-37-4 0,33 2 843,-47-2 141,47 0 0,-41 2 0,42-2 0,-28 4 0,30 0 0,-27 0 0,26 0 983,-32-4 0,32 3 0,-29-4 0,30 5-690,-30-4-293,29 3 0,-50-8 0,46 8 983,-48-8 0,51 8 0,-34-8 0,36 8 0,-25-4 0,26 1 0,-28 3-140,25-4-843,-33 1 0,33 3 0,-51-8 0,47 8 0,-58-8 0,60 8 0,-49-4 0,50 5 0,-27 0 0,32 0 0,-30 0 0,26 0 0,-45 0 0,43 0-984,-24 0 199,31 0 785,-2 0-301,0 0 301,-1 0 0,0 0 0,0 0 0,-2 0 0,-2 0 0,0 0 0,-36 0 0,23 0-984,-57 0 0,57 0 0,-39 0 0,54 0 0,-22 0 845,26 0 139,-7 0 0,8 0 0,-25-4 0,20 3 0,-50-8 0,47 8 0,-69-4 0,67 5 0,-58-4 0,62 3 983,-27-8 0,32 8 0,-10-4 0,11 5 0,-22 0 0,18-4 0,-46 3-735,43-4-248,-27 5 0,12 5 0,14-4 0,-34 3 0,24 0 0,-4-2 0,8 2 0,15 0 0,-1-3 0,-5 4 0,-12-1 0,5-3 0,-22 4 0,27-5 0,-23 0 0,27 0 0,-41 0 0,37-5 0,-57 4 0,56-3 0,-48-1 0,51 4 0,-17-3 0,23 4 0,0 0 0,-9 0 0,6 0 0,-6-5 0,3 4 0,5-3 0,-11-1 0,10 0 0,-23-5 0,19 4 0,-50-7 0,43 11 0,-50-12 0,53 13 0,-27-3 0,33 4 0,-10 0 0,13 0 0,-11 0 0,10 0 0,-32 0 0,27 0 0,-50-5 0,45 4 0,-68-8 0,64 8 0,-63-8 0,70 8 0,-25-3 0,33 4 0,-2 0 0,0 0 0,-1 0 0,-8 0 0,6 0 0,-28 0 0,28 0 0,-23-5 0,28 4 0,1-8 0,3-10 0,3 6 0,0-10 0,0-27 0,0 30 0,0-57 0,3 61 0,3-48 0,-2 48 0,17-47 0,-15 46 0,26-46 0,-22 46 0,25-60 0,-25 53-984,17-67 0,-22 67 0,3-26 0,-8 0 0,0 30 0,-5-66 54,1 72 930,-8-57 0,7 59 0,-12-83 0,12 71 0,-18-79 0,14 71 0,-6-13 0,20 32 0,19 28 0,-7-7 983,11 10-492,22 8 1,2 1 491,-12 0-1311,19 8 0,15 10 0,-15-9-656,-17-6 656,16 13 0,15 13 0,-17-12-656,-23-15 492,44 39 0,-3 0-492,-51-41 492,24 26 0,-1 0-492,-31-27 0,37 45 0,-48-56 570,16 25 414,-18-18 983,3 3 0,-5-7 0,0-8 0,0 4 0,0 2 0,15-5 0,10 2 0,2-12-1238,45 8 1,5 1 254,-29-6 0,34 2 0,14 2-492,1 3 0,-6-1 0,-42-8 0,3 1 246,26 6 0,20 3 0,-2 1 0,-24-4-738,-8-3 656,28 4 0,23 3 0,-28-4-656,-45-7 492,51 3 0,-5-1-492,-66-4 492,43 0 0,3 0 295,-39 0 197,40-2 0,0 0 0,-40 1 0,56-1 0,2 0 0,-48 2 0,28-2 0,20 0 0,-19 0 0,-23 1-274,51-4 1,-6 0 273,-63 3 983,62-6 0,-78 6 0,10-6 0,-15 6 0,-3-2 0,9 4 0,-4-4 0,7-2 0,-8 0 0,8-7 0,-7 11 0,5-7 0,-7 5 0,0-2 0,7-4 0,-6 5-327,38-27-656,-31 26 0,39-39 0,-40 37 0,31-33 0,-29 31 0,37-35 0,-39 35 0,39-26 0,-40 28 0,40-19 0,-40 19 0,18-6 0,-1-8 0,-17 17 0,29-21 0,-32 19 0,9-3 0,-5 6 0,-6-1 0,8 4 0,-7-3 0,1 4 0,3 0 0,2 0 0,-4-5 0,12 4 0,-17-3 0,12 4 0,-11 0 0,0 0 0,7 0 0,-6 0 0,9 0 0,-9 0 0,3 0 0,-1-5-984,50 4 0,-34-3 492,33 1 0,0 1-492,-34-4 492,30-1 0,-1-1-492,-36 2 0,34-3 0,-53 13 0,-32 11 0,14-8 0,-54 22 858,32-26 126,-48 10 0,-9-1 983,5-10-738,8 1 1,-25 0 0,0 0 0,24-2 737,-11-1-738,20 2 1,-22 0 0,4 1 0,31-1 737,29 1-492,-25 2 1,7-1 491,41-4 0,-7 0 0,13 0 0,1 0 0,-6 4-846,4-3-137,-7 12 0,8-10 0,-2 5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55:21.2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219 454 24575,'30'0'0,"-8"0"0,-10 0 0,-5 0 0,8 0 0,-7 0 0,7 0 0,-8 0 0,2 0 0,1 0 0,0 0 0,-32-5 0,15 3 0,-27-3 0,4-1 0,15 4 0,-14-3 0,12 2 0,8 2 0,-12-2 0,11 3 0,1 0 0,-1 0 0,1 0 0,-1 0 0,0 0 0,1 0 0,0 0 0,-1 0 0,0 0 0,33 0 0,-13 0 0,23 0 0,-4 0 0,-17 0 0,28 3 0,-30-2 0,17 2 0,-19-3 0,7 2 0,-8-1 0,2 2 0,1-3 0,-3 0 0,-21 14 0,10-11 0,-23 12 0,23-13 0,-13-1 0,12 2 0,-10-3 0,40 0 0,-15 0 0,23 0 0,-24 0 0,1 0 0,-3 0 0,5 0 0,-2 0 0,0 0 0,-1 0 0,1 0 0,-3-3 0,5 2 0,-5-2 0,3 3 0,-1 0 0,-2 0 0,-29-3 0,15 0 0,-27-1 0,15 1 0,7 3 0,-14-2 0,18 1 0,-15-2 0,14 3 0,-11-3 0,12 2 0,-10-1 0,11 2 0,-8 0 0,8 0 0,-2 0 0,-1 0 0,1 0 0,-1 0 0,1 0 0,-1 0 0,1 0 0,-1 2 0,1-1 0,-1 2 0,3 0 0,-2 0 0,9 9 0,12-7 0,-3 4 0,9-9-984,-6-3 0,-4 2 0,13-2 0,-13 3 0,10 0 0,-11 0 104,3 0 880,-1 0 983,-2 0 0,5-3 0,1 3 0,-2-3 0,7 3 0,-10 0-97,4 0-886,-3 0 0,-2 0 0,6 0 0,-6 0 0,2 0 0,0 0 0,-1 0 0,-30-3 0,12 2 0,-25-2 0,-16-2 0,29 0 0,-62-7 0,62 7 0,-23-1 0,16 4 0,12 1 0,-5-2 0,17 3 0,35 3 0,-21 0 0,20 1 0,-23-1 0,1-3 0,5 0 0,-4 0 0,4 0 0,-5 0 0,2 0 0,0 0 0,-1 3 0,4-3 0,-5 3 0,19-3 0,-12 0 0,39-6 0,-34 5-984,46-8 0,-48 9 0,51-6 0,-54 5 0,59-7 0,-58 3 0,59-4 36,-60 5 948,50-4 0,-51 6-454,37-6 454,-40 7 0,28-5 0,-28 6 983,23-3 0,-24 3 0,23 0 0,-22 0 0,22 0 0,-22 0 0,13 0 0,-15 0-557,10 0-426,-10 0 0,4 0 0,-2 0 0,-3 0 0,5 0 0,-5-3 0,2 2 0,1-5 0,-3 3 0,2-1 0,0 1 0,-1 3 0,4 0 0,-5 0 0,2 0 0,0 0 0,-1 0 0,4-2 0,-5 1 0,2-2 0,1 3 0,-3 0 0,5 0 0,-5 0 0,2 0 0,1 0 0,-3 0 0,5 0 0,-5 0 0,5 0 0,-4 0 0,1 0 0,0 0 0,-2 0 0,5 0 0,-4 0 0,1 0 0,6 0 0,-6 0 0,11 0 0,-12 0 0,19 0 0,-17 0 0,11-3 0,-15 2 0,3-1 0,1 2 0,0 0 0,0-3 0,-1 2 0,-2-2 0,8 3 0,-7 0 0,13-3 0,-13 2 0,7-1 0,-8 2 0,2 0 0,1 0 0,0 0 0,-1 0 0,1 0 0,-3 0 0,5 0 0,-5-3 0,3 2 0,-1-2 0,-2 3 0,5 0 0,-5 0 0,3 0 0,-1-3 0,-2 0 0,5-1 0,-4-2 0,1 3 0,0-1 0,-2 1 0,5 1 0,-4 1 0,1-2 0,0 3 0,-2 0 0,6 0 0,-6 0 0,2 0 0,3 0 0,-4 0 0,7 0 0,-8 0 0,5 0 0,-4 0 0,4 0 0,-5 0 0,8 0 0,-7 0 0,10 0 0,-10 0 0,10 0 0,-11 0 0,14 0 0,-12 0 0,6 0 0,-9 0 0,4 0 0,0-6 0,0 5 0,-1-8 0,0 8 0,-2-1 0,3-4 0,-12-4 0,0-1 0,-7 2 0,3 3 0,-3 5 0,-15-13 0,5 8 0,-23-12 0,26 11 0,-19-5 0,26 5 0,-20-2 0,20 2 0,-25-2 0,23 5 0,-18-5 0,21 5 0,-4 1 0,6-3 0,0 3 0,-3-4 0,1 3 0,-1-1 0,0 1 0,-1-2 0,0 2 0,-2-2 0,5 3 0,-10-4 0,11 1 0,-16 0 0,16 2 0,-17-5 0,14 8 0,-20-8 0,20 9 0,-40-9 0,36 8 0,-39-5 0,41 6 0,-17 0 0,20 0-984,-7 3 0,8-3 0,-13 6 0,10-5 0,-16 4 0,18-4 104,-21 8 880,19-8 983,-30 7 0,29-7 0,-24 8 0,27-8 0,-13 10 0,14-9-97,-5 3-886,5-2-984,-2-2 0,-1 4 0,0-4 0,1 2 0,-3 0 0,4-3 104,-12 3 880,12-3 983,-13 0 0,13 0 0,-9 3 0,9-2 0,-10 2 0,11-3-97,-14 0-886,13 0 0,-7 0 0,9 0 0,-4 0 0,1-3 0,-1 2 0,1-2 0,-12 0 0,11 3 0,-21-6 0,24 2 0,-18 1 0,22-3 0,-20 5 0,21-4 0,-24 4 0,20-2 0,-23 0 0,23 0 0,-11-1 0,5 1 0,-5 3 0,0 0 0,-1-3 0,11 3 0,-13-6 0,11 5 0,-15-2 0,20 0 0,-11 3 0,8-3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55:25.6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72 14 24575,'28'-4'0,"-7"1"0,-12 3 0,-2 0 0,2 0 0,1 0 0,0 0 0,-1 0 0,1 0 0,-3 0 0,5 0 0,-5 0 0,3-3 0,-1 3 0,-2-3 0,5 3 0,-5 0 0,3 0 0,-1 0 0,-2 0 0,5 0 0,-5 3 0,3-3 0,-1 6 0,-2-3 0,3 4 0,-1-4 0,-2 3 0,2-3 0,-19 12 0,6-9 0,-13 8 0,10-13 0,1 4 0,-6-4 0,2 5 0,-3-6 0,1 3 0,5-3 0,-5 0 0,5 0 0,-5 0 0,5 0 0,-5 0 0,5-3 0,-2 0 0,-1-1 0,3-2 0,-2 3 0,0-1 0,2 1 0,-5 3 0,5 3 0,-2-2 0,0 2 0,-1-3 0,0 0 0,1 0 0,0 0 0,-1 0 0,0 0 0,1 0 0,0-3 0,2 2 0,-5-5 0,4 6 0,-1-6 0,3 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54:53.4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36 392 24575,'30'-17'0,"-10"7"0,-5 4 0,-9 4 0,1 1 0,11-5 0,36 3 0,-12-4 0,21 5 0,-1 0 0,-19-1 0,27 3 0,-2 0 0,-38 0 0,55 3 0,3 1 0,-48-3 0,57 7 0,-1 0-984,-64-6 0,56 10 0,5-4 0,-59-3 492,42 0 0,-2-1-492,-49-3 492,31 1 0,-1-1-492,-35-1 0,67-3 0,-34-3 0,-1 2 0,18-5 0,-56 5 1967,21 1 0,-9 0-221,-14 0 221,20 2 0,-24-2 0,4 3 0,-3 0 0,-2 0 0,5 0 0,1 0 0,-5-2 0,-27-2 0,0-2-749,-20 2-234,-7-2-984,27 6 0,-23-3 0,-31-3 0,34 4 492,-48-3 0,-4-2-492,31 2 656,-3 0 0,-13 1 0,15-1-656,13 0 492,-44-4 0,2-1-492,51 3 656,-40-9 0,-28-7 0,24 4-656,26 5 738,-8-3 0,-24-5 0,2 0 0,26 6-738,20 5 492,-49-12 0,3 3 226,61 15 1249,-39-13 0,53 13 0,-5-4 0,16 3-656,-1-1 1,2-3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39:32.0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823 1711 24575,'24'0'0,"-3"0"0,-14 0 0,-1 0 0,6 4 0,-4-3 0,4 4 0,9-5 0,-8 0 0,28 4 0,-26-3 0,11 4 0,-2-1 0,-13-3 0,24 3 0,-12-4 0,-1 0 0,22 5 0,-32-4 0,40 8 0,-40-8 0,35 8 0,-37-8 0,23 3 0,-25-4 0,13 4 0,-13-3 0,13 4 0,-13-5 0,16 0 0,-18 4 0,22-3 0,-21 4 0,31-5 0,-27 0 0,30 0 0,-30 0 0,29 0 0,-29 0 0,21 0 0,-23 0 0,12 0 0,-13 0 0,12 0 0,-11 0 0,23 4 0,-21-3 0,24 3 0,-26-4 0,12 0 0,-14 0 0,3 0 0,-1 0 0,-2 5 0,5-4 0,-5 3 0,3-4 0,-1 0 0,7 5 0,-5-4 0,19 3 0,-20-4 0,25 4 0,-25-2 0,22 2 0,-23-4 0,21 4 0,-21-3 0,20 4 0,-19-5 0,7 0 0,-10 0 0,-1 0 0,9 4 0,-6-3 0,6 4 0,9-1 0,-14-3 0,31 3 0,-30 1 0,27-4 0,-28 3 0,16 1 0,-15-4 0,11 3 0,-11-4 0,13 4 0,-16-2 0,19 2 0,-18-4 0,20 4 0,-19-3 0,16 4 0,-17-5 0,12 4 0,-14-3 0,14 4 0,-12-5 0,17 4 0,-16-3 0,22 3 0,-22-4 0,28 5 0,-27-4 0,24 3 0,-29 1 0,11-4 0,-2 3 0,-5-4 0,25 0 0,-7 0 0,0 0 0,7 4 0,-26-2 0,26 2 0,-24-4 0,27 0 0,-28 0 0,19 0 0,-20 0 0,9 0 0,-11 0 0,8 0 0,-7 0 0,12 0 0,-11 0 0,20 0 0,-19 0 0,17 0 0,-19 0 0,13 0 0,-13 0 0,16 0 0,-16 0 0,22 4 0,-20-3 0,25 4 0,-25-5 0,34 0 0,-32 0 0,31 0 0,-33 0 0,25 0 0,-24 0 0,15 0 0,-18 0 0,10 0 0,-10 0 0,7 0 0,-8 0 0,11 0 0,-10 0 0,25 0 0,-20 0 0,23 0 0,-21 0 0,15 0 0,-18 0 0,20 0 0,-22 0 0,23 0 0,-21 0 0,18 0 0,-15 0 0,18 0 0,-17 0 0,34 0 0,-31 0 0,31 0 0,-37 0 0,34 0 0,-34 0 0,47 0 0,-46 0 0,56 0 0,-55 0 0,74 0 0,-67 0 0,65 0 0,-70 0 0,68 0 0,-67 0 0,60 0 0,-65 0 0,19 0 0,-25 0 0,-1 0 0,6 0 0,-4 0 0,4 0 0,-2 0 0,-3 0 0,19 4 0,-15-3 0,47 4 0,-43-5 0,37 0 0,-42 0 0,8 0 0,-12 0 0,1 0 0,5 0 0,-4 0 0,4 0 0,-3 0 0,-2 0 0,8 4 0,-7-3 0,21 3 0,-15-4 0,33 0 0,-32 0 0,35 0 0,-39 0 0,19 0 0,-6 0 0,-10 0 0,21 0 0,-17 0 0,30-4 0,-26 3 0,45-4 0,-53 5 0,56-4 0,-50 3 0,48-4 0,-48 5 0,33 0 0,-43 0 0,23 0 0,-22 0 0,19 0 0,-17 0 0,31 0 0,-32 0 0,43-4 0,-42 3 0,19-4 0,0 5 0,-19 0 0,37-4 0,-25 3 0,2-4 0,-4 5 0,-15 0 0,-2-4 0,5 3 0,-5-4 0,6 1 0,0 3 0,-4-4 0,12 1 0,-14-2 0,11 1 0,-12-4 0,4 8 0,0-8 0,-2 8 0,3-8 0,-1 8 0,-2-8 0,8 4 0,-7-1 0,7-3 0,-8 8 0,0-8 0,-21-5 0,7 6 0,-14-5 0,12 8 0,2 4 0,-13-3 0,10 4 0,-47-14 0,38 11 0,-74-20 0,65 21-492,-37-7 0,-2-1-492,32 8 492,-41-5 0,2 0-492,48 6 492,-33-3 0,2-1-492,40 4 0,-62-8 0,66 8 0,-36-8 0,39 8 1967,-27-8-432,26 8-551,-29-8 0,30 8 0,-30-3 0,29 4 983,-26-5 0,27 4 0,-13-3 0,16 4 0,-11-5 0,9 4 0,-14-3 0,15 4-541,-24 0-442,21 0 0,-37 0 0,35 0 0,-19 0 0,-5-5 0,22 4 0,-56-8 0,33 4 0,-8-1 0,6 2 0,28 4 0,-6 0 0,-14 0 0,20 0 0,-19 0 0,24 0 0,-3 0 0,1 0 0,-1-4 0,0 2 0,1-2 0,0 4 0,-2 0 0,-3 0 0,-36-4 0,27 2 0,-52-2 0,56 4 0,-47-4 0,49 2 0,-21-2 0,32 4 0,0 0 0,-6 0 0,4 0 0,-4 0 0,3 0 0,2 0 0,-5 0 0,-15 0 0,7 0-984,-50-4 0,47 2 0,-76-6 0,77 6 492,-28 0 0,0 0-492,30 2 0,-46-4 0,56 2 0,-28-2 0,29 4 0,-37-4 0,33 2 843,-47-2 141,47 0 0,-41 2 0,42-2 0,-28 4 0,30 0 0,-27 0 0,26 0 983,-32-4 0,32 3 0,-29-4 0,30 5-690,-30-4-293,29 3 0,-50-8 0,46 8 983,-48-8 0,51 8 0,-34-8 0,36 8 0,-25-4 0,26 1 0,-28 3-140,25-4-843,-33 1 0,33 3 0,-51-8 0,47 8 0,-58-8 0,60 8 0,-49-4 0,50 5 0,-27 0 0,32 0 0,-30 0 0,26 0 0,-45 0 0,43 0-984,-24 0 199,31 0 785,-2 0-301,0 0 301,-1 0 0,0 0 0,0 0 0,-2 0 0,-2 0 0,0 0 0,-36 0 0,23 0-984,-57 0 0,57 0 0,-39 0 0,54 0 0,-22 0 845,26 0 139,-7 0 0,8 0 0,-25-4 0,20 3 0,-50-8 0,47 8 0,-69-4 0,67 5 0,-58-4 0,62 3 983,-27-8 0,32 8 0,-10-4 0,11 5 0,-22 0 0,18-4 0,-46 3-735,43-4-248,-27 5 0,12 5 0,14-4 0,-34 3 0,24 0 0,-4-2 0,8 2 0,15 0 0,-1-3 0,-5 4 0,-12-1 0,5-3 0,-22 4 0,27-5 0,-23 0 0,27 0 0,-41 0 0,37-5 0,-57 4 0,56-3 0,-48-1 0,51 4 0,-17-3 0,23 4 0,0 0 0,-9 0 0,6 0 0,-6-5 0,3 4 0,5-3 0,-11-1 0,10 0 0,-23-5 0,19 4 0,-50-7 0,43 11 0,-50-12 0,53 13 0,-27-3 0,33 4 0,-10 0 0,13 0 0,-11 0 0,10 0 0,-32 0 0,27 0 0,-50-5 0,45 4 0,-68-8 0,64 8 0,-63-8 0,70 8 0,-25-3 0,33 4 0,-2 0 0,0 0 0,-1 0 0,-8 0 0,6 0 0,-28 0 0,28 0 0,-23-5 0,28 4 0,1-8 0,3-10 0,3 6 0,0-10 0,0-27 0,0 30 0,0-57 0,3 61 0,3-48 0,-2 48 0,17-47 0,-15 46 0,26-46 0,-22 46 0,25-60 0,-25 53-984,17-67 0,-22 67 0,3-26 0,-8 0 0,0 30 0,-5-66 54,1 72 930,-8-57 0,7 59 0,-12-83 0,12 71 0,-18-79 0,14 71 0,-6-13 0,20 32 0,19 28 0,-7-7 983,11 10-492,22 8 1,2 1 491,-12 0-1311,19 8 0,15 10 0,-15-9-656,-17-6 656,16 13 0,15 13 0,-17-12-656,-23-15 492,44 39 0,-3 0-492,-51-41 492,24 26 0,-1 0-492,-31-27 0,37 45 0,-48-56 570,16 25 414,-18-18 983,3 3 0,-5-7 0,0-8 0,0 4 0,0 2 0,15-5 0,10 2 0,2-12-1238,45 8 1,5 1 254,-29-6 0,34 2 0,14 2-492,1 3 0,-6-1 0,-42-8 0,3 1 246,26 6 0,20 3 0,-2 1 0,-24-4-738,-8-3 656,28 4 0,23 3 0,-28-4-656,-45-7 492,51 3 0,-5-1-492,-66-4 492,43 0 0,3 0 295,-39 0 197,40-2 0,0 0 0,-40 1 0,56-1 0,2 0 0,-48 2 0,28-2 0,20 0 0,-19 0 0,-23 1-274,51-4 1,-6 0 273,-63 3 983,62-6 0,-78 6 0,10-6 0,-15 6 0,-3-2 0,9 4 0,-4-4 0,7-2 0,-8 0 0,8-7 0,-7 11 0,5-7 0,-7 5 0,0-2 0,7-4 0,-6 5-327,38-27-656,-31 26 0,39-39 0,-40 37 0,31-33 0,-29 31 0,37-35 0,-39 35 0,39-26 0,-40 28 0,40-19 0,-40 19 0,18-6 0,-1-8 0,-17 17 0,29-21 0,-32 19 0,9-3 0,-5 6 0,-6-1 0,8 4 0,-7-3 0,1 4 0,3 0 0,2 0 0,-4-5 0,12 4 0,-17-3 0,12 4 0,-11 0 0,0 0 0,7 0 0,-6 0 0,9 0 0,-9 0 0,3 0 0,-1-5-984,50 4 0,-34-3 492,33 1 0,0 1-492,-34-4 492,30-1 0,-1-1-492,-36 2 0,34-3 0,-53 13 0,-32 11 0,14-8 0,-54 22 858,32-26 126,-48 10 0,-9-1 983,5-10-738,8 1 1,-25 0 0,0 0 0,24-2 737,-11-1-738,20 2 1,-22 0 0,4 1 0,31-1 737,29 1-492,-25 2 1,7-1 491,41-4 0,-7 0 0,13 0 0,1 0 0,-6 4-846,4-3-137,-7 12 0,8-10 0,-2 5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55:21.2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219 454 24575,'30'0'0,"-8"0"0,-10 0 0,-5 0 0,8 0 0,-7 0 0,7 0 0,-8 0 0,2 0 0,1 0 0,0 0 0,-32-5 0,15 3 0,-27-3 0,4-1 0,15 4 0,-14-3 0,12 2 0,8 2 0,-12-2 0,11 3 0,1 0 0,-1 0 0,1 0 0,-1 0 0,0 0 0,1 0 0,0 0 0,-1 0 0,0 0 0,33 0 0,-13 0 0,23 0 0,-4 0 0,-17 0 0,28 3 0,-30-2 0,17 2 0,-19-3 0,7 2 0,-8-1 0,2 2 0,1-3 0,-3 0 0,-21 14 0,10-11 0,-23 12 0,23-13 0,-13-1 0,12 2 0,-10-3 0,40 0 0,-15 0 0,23 0 0,-24 0 0,1 0 0,-3 0 0,5 0 0,-2 0 0,0 0 0,-1 0 0,1 0 0,-3-3 0,5 2 0,-5-2 0,3 3 0,-1 0 0,-2 0 0,-29-3 0,15 0 0,-27-1 0,15 1 0,7 3 0,-14-2 0,18 1 0,-15-2 0,14 3 0,-11-3 0,12 2 0,-10-1 0,11 2 0,-8 0 0,8 0 0,-2 0 0,-1 0 0,1 0 0,-1 0 0,1 0 0,-1 0 0,1 0 0,-1 2 0,1-1 0,-1 2 0,3 0 0,-2 0 0,9 9 0,12-7 0,-3 4 0,9-9-984,-6-3 0,-4 2 0,13-2 0,-13 3 0,10 0 0,-11 0 104,3 0 880,-1 0 983,-2 0 0,5-3 0,1 3 0,-2-3 0,7 3 0,-10 0-97,4 0-886,-3 0 0,-2 0 0,6 0 0,-6 0 0,2 0 0,0 0 0,-1 0 0,-30-3 0,12 2 0,-25-2 0,-16-2 0,29 0 0,-62-7 0,62 7 0,-23-1 0,16 4 0,12 1 0,-5-2 0,17 3 0,35 3 0,-21 0 0,20 1 0,-23-1 0,1-3 0,5 0 0,-4 0 0,4 0 0,-5 0 0,2 0 0,0 0 0,-1 3 0,4-3 0,-5 3 0,19-3 0,-12 0 0,39-6 0,-34 5-984,46-8 0,-48 9 0,51-6 0,-54 5 0,59-7 0,-58 3 0,59-4 36,-60 5 948,50-4 0,-51 6-454,37-6 454,-40 7 0,28-5 0,-28 6 983,23-3 0,-24 3 0,23 0 0,-22 0 0,22 0 0,-22 0 0,13 0 0,-15 0-557,10 0-426,-10 0 0,4 0 0,-2 0 0,-3 0 0,5 0 0,-5-3 0,2 2 0,1-5 0,-3 3 0,2-1 0,0 1 0,-1 3 0,4 0 0,-5 0 0,2 0 0,0 0 0,-1 0 0,4-2 0,-5 1 0,2-2 0,1 3 0,-3 0 0,5 0 0,-5 0 0,2 0 0,1 0 0,-3 0 0,5 0 0,-5 0 0,5 0 0,-4 0 0,1 0 0,0 0 0,-2 0 0,5 0 0,-4 0 0,1 0 0,6 0 0,-6 0 0,11 0 0,-12 0 0,19 0 0,-17 0 0,11-3 0,-15 2 0,3-1 0,1 2 0,0 0 0,0-3 0,-1 2 0,-2-2 0,8 3 0,-7 0 0,13-3 0,-13 2 0,7-1 0,-8 2 0,2 0 0,1 0 0,0 0 0,-1 0 0,1 0 0,-3 0 0,5 0 0,-5-3 0,3 2 0,-1-2 0,-2 3 0,5 0 0,-5 0 0,3 0 0,-1-3 0,-2 0 0,5-1 0,-4-2 0,1 3 0,0-1 0,-2 1 0,5 1 0,-4 1 0,1-2 0,0 3 0,-2 0 0,6 0 0,-6 0 0,2 0 0,3 0 0,-4 0 0,7 0 0,-8 0 0,5 0 0,-4 0 0,4 0 0,-5 0 0,8 0 0,-7 0 0,10 0 0,-10 0 0,10 0 0,-11 0 0,14 0 0,-12 0 0,6 0 0,-9 0 0,4 0 0,0-6 0,0 5 0,-1-8 0,0 8 0,-2-1 0,3-4 0,-12-4 0,0-1 0,-7 2 0,3 3 0,-3 5 0,-15-13 0,5 8 0,-23-12 0,26 11 0,-19-5 0,26 5 0,-20-2 0,20 2 0,-25-2 0,23 5 0,-18-5 0,21 5 0,-4 1 0,6-3 0,0 3 0,-3-4 0,1 3 0,-1-1 0,0 1 0,-1-2 0,0 2 0,-2-2 0,5 3 0,-10-4 0,11 1 0,-16 0 0,16 2 0,-17-5 0,14 8 0,-20-8 0,20 9 0,-40-9 0,36 8 0,-39-5 0,41 6 0,-17 0 0,20 0-984,-7 3 0,8-3 0,-13 6 0,10-5 0,-16 4 0,18-4 104,-21 8 880,19-8 983,-30 7 0,29-7 0,-24 8 0,27-8 0,-13 10 0,14-9-97,-5 3-886,5-2-984,-2-2 0,-1 4 0,0-4 0,1 2 0,-3 0 0,4-3 104,-12 3 880,12-3 983,-13 0 0,13 0 0,-9 3 0,9-2 0,-10 2 0,11-3-97,-14 0-886,13 0 0,-7 0 0,9 0 0,-4 0 0,1-3 0,-1 2 0,1-2 0,-12 0 0,11 3 0,-21-6 0,24 2 0,-18 1 0,22-3 0,-20 5 0,21-4 0,-24 4 0,20-2 0,-23 0 0,23 0 0,-11-1 0,5 1 0,-5 3 0,0 0 0,-1-3 0,11 3 0,-13-6 0,11 5 0,-15-2 0,20 0 0,-11 3 0,8-3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55:25.6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72 14 24575,'28'-4'0,"-7"1"0,-12 3 0,-2 0 0,2 0 0,1 0 0,0 0 0,-1 0 0,1 0 0,-3 0 0,5 0 0,-5 0 0,3-3 0,-1 3 0,-2-3 0,5 3 0,-5 0 0,3 0 0,-1 0 0,-2 0 0,5 0 0,-5 3 0,3-3 0,-1 6 0,-2-3 0,3 4 0,-1-4 0,-2 3 0,2-3 0,-19 12 0,6-9 0,-13 8 0,10-13 0,1 4 0,-6-4 0,2 5 0,-3-6 0,1 3 0,5-3 0,-5 0 0,5 0 0,-5 0 0,5 0 0,-5 0 0,5-3 0,-2 0 0,-1-1 0,3-2 0,-2 3 0,0-1 0,2 1 0,-5 3 0,5 3 0,-2-2 0,0 2 0,-1-3 0,0 0 0,1 0 0,0 0 0,-1 0 0,0 0 0,1 0 0,0-3 0,2 2 0,-5-5 0,4 6 0,-1-6 0,3 2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5:11:53.356"/>
    </inkml:context>
    <inkml:brush xml:id="br0">
      <inkml:brushProperty name="width" value="0.35" units="cm"/>
      <inkml:brushProperty name="height" value="0.35" units="cm"/>
      <inkml:brushProperty name="color" value="#1D292E"/>
    </inkml:brush>
  </inkml:definitions>
  <inkml:trace contextRef="#ctx0" brushRef="#br0">0 237 24575,'20'-21'0,"-6"0"0,-6 20 0,-7-7 0,12 3 0,-11-5 0,11 5 0,-8-4 0,0 4 0,4-4 0,-4 3 0,0-2 0,8 7 0,-11-7 0,10 7 0,-2-4 0,0 5 0,4 0 0,-4 0 0,-1 0 0,0 0 0,9 0 0,-6 0 0,35 0 0,-30 0 0,47 0 0,-48 0 0,40 0 0,-41 0 0,45 0 0,-44 0 0,23 0 0,-12 0 0,-1 0 0,3 0 0,-6 0 0,-14 0 0,0 0 0,1 0 0,16 0 0,-12 0 0,38 0 0,-37 0 0,45 0 0,-36 0 0,30 0 0,-32 0 0,9 0 0,-21 0 0,4 0 0,-5 0 0,22 0 0,-16 0 0,15 0 0,-3 0 0,41 0 0,-28 0 0,49 0 0,-73 0 0,19 0 0,-26 0 0,1 0 0,-1 0 0,1 0 0,-1 0 0,9 0 0,-6 0 0,27 0 0,-25 0 0,51-4 0,-48 3-984,60-7 0,-59 7 0,25-4 0,5 5 0,38-8 0,-22 6 544,-5-3 0,-7 1 440,-34 4 0,41 0 0,-45 0 0,17 0 0,-21 0 0,25 0 0,-20 0 0,40 0 0,-39 0 983,44 0 0,-44 0 0,40 0 0,-42 0 0,21 0 0,-24 0-97,2 0-886,-3 0 0,-1 0 0,1 0 0,-1-4 0,1 3 0,-1-3 0,22 4 0,-16 0 0,28 0 0,-31 0 0,27-4 0,-25 3 0,16-4 0,-19 5 0,11 0 0,-10 0 0,22 0 0,-20 0 0,25 0 0,-26 0 0,30 0 0,-24 0 0,42 0 0,-40 0 0,43 0 0,-48 0 0,39 0 0,-40 0 0,24 0 0,-27 0 0,18 0 0,-17 0 0,34 0 0,-31 0 0,48 0 0,-47 0 0,26 0 0,-32 0 0,2 0 0,-3 0 0,-1 0 0,1 0 0,-1 0 0,18 0 0,-14 0 0,39 0 0,-32 0 0,49 0 0,-42 0 0,34 0 0,-43 0 0,8 0 0,-17 0 0,1 0 0,-1 0 0,13 0 0,-9 0 0,30 0 0,-28 0 0,45 0 0,-43 0 0,34 0 0,-38 0 0,22 0 0,-23 0 0,23 0 0,-22 0 0,30 0 0,-29 0 0,34 0 0,-35 0 0,35 0 0,-33 0 0,15 0 0,-20 0 0,-1 0 0,0 0 0,1 0 0,-1 0 0,18-4 0,-14 3 0,56-3 0,-49 4 0,52 0 0,-57 0 0,24 0 0,-27 0 0,6-4 0,-9 3 0,0-3 0,1 4 0,-1 0 0,1-5 0,16 4 0,-12-3 0,42 4 0,-39 0 0,21 0 0,-28 0 0,-1 0 0,1 0 0,-1 0 0,1-4 0,-1 3 0,1-3 0,-1 4 0,1 0 0,-1 0 0,1 0 0,-1 0 0,1 0 0,-1 0 0,1-5 0,-1 4 0,0-3 0,1 0 0,-1 3 0,1-3 0,-1 4 0,1 0 0,-1 0 0,1 0 0,-1 0 0,1 0 0,-1 0 0,1 0 0,-1 0 0,1 0 0,-1 0 0,1 0 0,-1 0 0,0 0 0,1 0 0,-1 0 0,1 0 0,-1 0 0,1 0 0,-1 0 0,1 0 0,-1 0 0,1 0 0,-1 0 0,1 0 0,-1 0 0,1 0 0,-1 0 0,1 0 0,-1 0 0,0 0 0,1 4 0,-1 1 0,-3 4 0,2-4 0,-32-5 0,18-1 0,-20-7 0,18 7 0,-6-8 0,7 8 0,-5-3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5:37:30.123"/>
    </inkml:context>
    <inkml:brush xml:id="br0">
      <inkml:brushProperty name="width" value="0.35" units="cm"/>
      <inkml:brushProperty name="height" value="0.35" units="cm"/>
      <inkml:brushProperty name="color" value="#1D292E"/>
    </inkml:brush>
  </inkml:definitions>
  <inkml:trace contextRef="#ctx0" brushRef="#br0">2557 247 24575,'-88'-15'0,"0"1"0,0-1 0,0 1 0,0-1 0,0 1 0,-1-1 0,1 0 0,0 1 0,-6-2 0,-3-1 0,0 0 0,5 1 0,7 1 0,13 4 0,14 2 0,-36 1 0,67 8-984,-55 0 0,44 0 0,-37 0 0,39 0 0,16 0 492,-32-1 0,-3-1-492,22 1 0,-48-1 0,71 2 0,1 0 0,-1 0 0,3 0 0,-5 0 510,5 0 474,-6 0 0,6 0 0,-2 0 0,-1 0 0,3 0 983,-8 0 0,2 0 0,0 0-359,-32 0-624,30 0 0,-51 0 0,53 0 983,-20 0 0,29 2 0,-1-1 0,-7 2 0,4-3 0,-6 0 0,-1 0 0,7 0-936,-6 0 936,5 0-184,2 0-799,-5 3 0,3-3 0,-1 3 0,-7 0 0,9-3-984,-26 6 0,26-3 0,-16 1 0,20-2 0,-2-2 0,-8 0 104,8 3 880,-7-2 0,37 4 0,-18-4 0,23 2 0,-26-3 0,0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5:37:30.903"/>
    </inkml:context>
    <inkml:brush xml:id="br0">
      <inkml:brushProperty name="width" value="0.35" units="cm"/>
      <inkml:brushProperty name="height" value="0.35" units="cm"/>
      <inkml:brushProperty name="color" value="#1D292E"/>
    </inkml:brush>
  </inkml:definitions>
  <inkml:trace contextRef="#ctx0" brushRef="#br0">887 1 24575,'-24'0'0,"1"0"0,16 0 0,-2 0 0,-2 0 0,-5 3 0,2-3 0,-8 3 0,14-3 0,-7 3 0,9-3 0,-3 3 0,0 0 0,-1-2 0,1 4 0,-9 2 0,3-1 0,-41 19 0,-6 3 0,21-11-328,-27 12 0,-21 9 0,21-9-656,28-11 492,-25 7 0,1 0-492,30-6 0,17-15 0,-22 15 104,32-15 880,-5-1 983,39-6 0,-13-1 0,21-2 0,2-2 0,-25 6 0,20-3-97,13-7-886,-26 9 0,44-16 0,-44 17 0,2-7 0,-12 9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9:06:48.594"/>
    </inkml:context>
    <inkml:brush xml:id="br0">
      <inkml:brushProperty name="width" value="0.35" units="cm"/>
      <inkml:brushProperty name="height" value="0.35" units="cm"/>
      <inkml:brushProperty name="color" value="#DCDBDA"/>
    </inkml:brush>
  </inkml:definitions>
  <inkml:trace contextRef="#ctx0" brushRef="#br0">0 174 24575,'35'-4'0,"-5"1"0,-27 6 0,6-2 0,1 5 0,1-3 0,4 1 0,12 4 0,-10-7 0,36 14 0,-37-13 0,16 6 0,18-2 0,-29-2 0,77 6 0,-54-6 0,16-1 0,-22-3 0,-30 0 0,13 0 0,-10 0 0,16 0 0,-14 0 0,19-3 0,-23 2 0,18-2 0,-19 3 0,19 0 0,-18 0 0,32 0 0,-29 0 0,32 0 0,-34 0-984,28 3 0,-27-2 0,12 2 0,-16-3 0,2 0 0,1 0 104,0 2 880,-1-1 0,1 2 0,-3 0 0,14 0 0,-12 1 0,26 1 0,-24-4 983,21 2 0,-23-3 0,17 3 0,-17-3 0,32 9 0,-29-8-97,52 8-886,-49-9 0,26 3 0,-2 0 0,-25-2 0,51 4 0,-38-4 0,9 2 0,-4-3 0,-22 0 0,8 0 0,-12 0 0,0 0 0,7 3 0,-5-2 0,4 1 0,-3-2 0,-2 0 0,43 0 0,-30 0 0,62 0 0,-60 0 0,19 0 0,-29 0 0,-5 0 0,3 0 0,-1 3 0,-2-2 0,5 2 0,-4-3 0,1 0 0,6 0 0,-7 0 0,10 0 0,-11 0 0,9 0 0,-9 0 0,20 0 0,-17 0 0,31 0 0,-30 0 0,33 0 0,-33 0 0,27 2 0,-28-1 0,28 5 0,-28-5 0,28 4 0,-28-4 0,31 5 0,-29-6 0,28 6 0,-30-5 0,31 1 0,-29-2 0,31 0 0,-32 0 0,36 0 0,-35 0 0,40 0 0,-40 0 0,52 0 0,-49 0 0,63 0 0,-62 0-984,74 3 0,-68-2 0,64 5 0,-65-6 0,53 6 0,-56-5 492,31 1 0,2 1-492,-30-2 492,36 2 0,2 0-492,-33-2 492,36 2 0,0 0-492,-33-3 492,37 2 0,-1-1-492,-41-1 1967,42 0-580,4 0-403,-42 0 491,28-1 1,7-1-406,13 1 897,-7-2-492,-15 1 1,-8 1 491,-29 0-492,36-1 1,1-1 491,-30 2-492,41-1 1,1 1-1476,-40 1 688,48 0-688,-3 0 0,-49 0 492,37 1 0,0 1-492,-38-1 0,54 2 0,-58-3 15,50 0 969,-44 0 983,56-3 0,4 0 0,-25-1-492,5 0 1,-7-1 491,-35 4 0,49-5 0,-62 3 0,15 3 0,-22-6 0,-21-3 0,9 1 0,-19-4 0,9 5-186,9 4-797,-5 0 0,-27-6 0,28 7 0,-55-12 0,57 12 0,-37-6 0,35 7 0,-9-2 0,10 3 0,8 0 0,-2 0 0,0 0 0,-1 0 0,0 0 0,1 0 0,-6 3 0,7-2 0,-13 1 0,13-2 0,-3 0 0,1 3 0,3-2 0,-5 2 0,5-3 0,-13 0 0,11 0 0,-17 0 0,17 0 0,-25 0 0,22 0 0,-22 0 0,25 0 0,-14-3 0,15 2 0,-16-2 0,16 3 0,-18 0 0,17 0 0,-15 0 0,17 0 0,-11 0 0,10 0 0,-4 0 0,3 3 0,2-2 0,-5 2 0,5-3 0,-2 2 0,-6-1 0,7 2 0,-13-3 0,14 0 0,-20 3 0,18-2 0,-32 1 0,30-2 0,-23 0 0,25 0 0,-20 0 0,22 3 0,-21-2 0,22 2 0,-17-3 0,15 0 0,-16 0 0,16 0 0,-15 0 0,14 0 0,-14 2 0,15-1 0,-13 2 0,13-3 0,-12 0 0,12 0 0,-7 0 0,40-6 0,-12 2 0,20-2 0,-12 0 0,-12 5 0,6-2 0,6 3-984,54-3 0,-37 3 0,40-3 0,-15 3 0,-20 0 492,15 1 0,-2 1-492,-21-2 0,36 3 0,-54-3 0,8 0 0,-13 0 1967,-6 0 0,3 0 0,2 0 0,-1 0 0,-1 0 0,0-3 0,-2 3 0,5-6 0,4 2 0,-4 1 0,8 0-972,-15 0-11,7 2 0,-6-5 0,2 6 0,4-6 0,-5 2 0,2 1 0,3-3 0,-4 3 0,10-7 0,-10 6 0,7-5 0,-8 9 0,0-6 0,1-1 0,-3 3 0,4-4 0,-3 4 0,1-2 0,2-4 0,-2 6 0,0-5 0,-5 0 0,-2 1 0,0-4 0,3 0 0,-2 4 0,-1-4 0,-12 3 0,4 4-984,-24-3 0,21 7 0,-12-2 0,-29-6 0,34 7 0,-80-12 104,80 12 880,-62-7 0,63 9 0,-49-3 0,11 8 0,8-3 0,-14 6 0,53-4 0,-15-1 0,-5 6 0,15-8 983,-33 13 0,25-9 0,-2 4 0,5-6 0,15 0 0,-9-2-97,5 2-886,-9-1 0,6-1 0,-16 5 0,16-6 0,-31 0 0,31 0 0,-33-6 0,29 2 0,-39-5 0,35 4 0,-38-6 0,41 9 0,-31-6 0,36 7 0,-19-5 0,21 5 0,-4-1 0,3 2 0,2 0 0,-8 0 0,8 0 0,-5 0 0,-6-3 0,9 2 0,-23-5 0,25 3 0,-13-1 0,-3 1 0,15 0 0,-35 3 0,27-6 0,-9 5 0,4-2 0,14 3 0,-14 0 0,13 0 0,-7 0 0,8 0 0,-2-2 0,-1 1 0,1-2 0,-1 3 0,1 0 0,-1 0 0,1 0 0,-1 0 0,1 0 0,-1 0 0,1 3 0,-1 0 0,1 1 0,2 1 0,-5-4 0,5 5 0,-2-6 0,0 3 0,2 0 0,-5 1 0,5-1 0,-8 6 0,7-8 0,-12 7 0,11-7 0,-14 10 0,15-8 0,-21 8 0,19-10 0,-30 4 0,28-4 0,-31 5 0,33-6 0,-22 3 0,24-3 0,-7 3 0,9-2 0,-4 1 0,0-2 0,-5 3 0,4-2 0,-23 2 0,22-3 0,-28 0 0,31 0 0,-23 0 0,22 0 0,-10 0 0,13 0 0,1 0 0,-6 3 0,4-3 0,-4 3 0,3-3 0,-12 3 0,8-2 0,-13 1 0,18-2 0,-9 0 0,9 0 0,-12 0 0,11 0 0,-8 3 0,9-2 0,-4 2 0,5-3 0,-5 0 0,5 0 0,-5 0 0,5 0 0,-5 0 0,3 3 0,-1-3 0,-14 3 0,15-3 0,-29 3 0,28-2 0,-25 1 0,26-2 0,-26 0 0,25 0 0,-19 0 0,21 0 0,-12 0 0,11 0 0,-17-2 0,17 1 0,-20-2 0,20 3 0,-23-3 0,22 2 0,-18-4 0,19 4 0,-20-5 0,19 6 0,-19-3 0,21 3 0,-12 0 0,12 0 0,-7-3 0,8 2 0,-2-2 0,0 3 0,-1 0 0,0 0 0,-5 0 0,7 0 0,-18 0 0,16 0 0,-30 0 0,29 0 0,-24 0 0,27 0 0,-18 0 0,17 0 0,-9 0 0,12 0 0,-1 0 0,-4 0 0,3 0 0,-4 0 0,-3 3 0,7-2 0,-27 4 0,24-1 0,-29 2 0,30-2 0,-22 4 0,23-6 0,-14 6 0,15-7 0,-4 2 0,3-1 0,2 2 0,-3 2 0,4 1 0,-3-1 0,2-2 0,-2 1 0,0-1 0,4 2 0,-6 0 0,36-11 0,-22 6 0,27-10 0,-12 9 0,-9 0 0,26-3 0,-24 3 0,18-3 0,-18 3 0,2 0 0,-4 0 0,-3 0 0,4 0 0,0 0 0,5 0 0,-4 0 0,33 0 0,-30 0 0,24 0 0,1 3 0,7-3 0,0 3-984,32-3 0,-61 0 492,34 0 0,1 0-492,-31 0 492,39 0 0,0 0-492,-40 0 492,34 0 0,0 0-492,-33 0 0,69 0 0,-72 0 0,65 0 0,-60 0 0,73 0 0,-64 0 492,29-1 0,0-1-492,-33 2 1188,31-2 1,-4 1-205,-38 1 983,70 0-413,-69 0-570,74 0 0,-66 0 0,61 0 0,-66 0 0,43 0 0,-48 0-359,69 0 359,-62 0 0,31 0 0,-1 0 0,-31 0-407,29 1 0,1 1 407,-27-1-451,43 2 0,3 0 451,-35-3 383,22 2 0,-5-1-383,-37-1 983,24 0 0,-30 0 0,8 0 0,-12 0 0,9 0 0,-6 0 0,20-3 0,-19 3 0,31-3 0,-33 0 0,24 2 0,-27-2 0,10 3 0,-8 0 0,8 0-637,-7 0-346,16 0 0,-15-3 0,23 3 0,-22-3 0,22 0 0,-22 2 0,10-2 0,-12 3 0,1-3 0,0 3 0,-2-3 0,3 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9:06:48.594"/>
    </inkml:context>
    <inkml:brush xml:id="br0">
      <inkml:brushProperty name="width" value="0.35" units="cm"/>
      <inkml:brushProperty name="height" value="0.35" units="cm"/>
      <inkml:brushProperty name="color" value="#DCDBDA"/>
    </inkml:brush>
  </inkml:definitions>
  <inkml:trace contextRef="#ctx0" brushRef="#br0">0 174 24575,'35'-4'0,"-5"1"0,-27 6 0,6-2 0,1 5 0,1-3 0,4 1 0,12 4 0,-10-7 0,36 14 0,-37-13 0,16 6 0,18-2 0,-29-2 0,77 6 0,-54-6 0,16-1 0,-22-3 0,-30 0 0,13 0 0,-10 0 0,16 0 0,-14 0 0,19-3 0,-23 2 0,18-2 0,-19 3 0,19 0 0,-18 0 0,32 0 0,-29 0 0,32 0 0,-34 0-984,28 3 0,-27-2 0,12 2 0,-16-3 0,2 0 0,1 0 104,0 2 880,-1-1 0,1 2 0,-3 0 0,14 0 0,-12 1 0,26 1 0,-24-4 983,21 2 0,-23-3 0,17 3 0,-17-3 0,32 9 0,-29-8-97,52 8-886,-49-9 0,26 3 0,-2 0 0,-25-2 0,51 4 0,-38-4 0,9 2 0,-4-3 0,-22 0 0,8 0 0,-12 0 0,0 0 0,7 3 0,-5-2 0,4 1 0,-3-2 0,-2 0 0,43 0 0,-30 0 0,62 0 0,-60 0 0,19 0 0,-29 0 0,-5 0 0,3 0 0,-1 3 0,-2-2 0,5 2 0,-4-3 0,1 0 0,6 0 0,-7 0 0,10 0 0,-11 0 0,9 0 0,-9 0 0,20 0 0,-17 0 0,31 0 0,-30 0 0,33 0 0,-33 0 0,27 2 0,-28-1 0,28 5 0,-28-5 0,28 4 0,-28-4 0,31 5 0,-29-6 0,28 6 0,-30-5 0,31 1 0,-29-2 0,31 0 0,-32 0 0,36 0 0,-35 0 0,40 0 0,-40 0 0,52 0 0,-49 0 0,63 0 0,-62 0-984,74 3 0,-68-2 0,64 5 0,-65-6 0,53 6 0,-56-5 492,31 1 0,2 1-492,-30-2 492,36 2 0,2 0-492,-33-2 492,36 2 0,0 0-492,-33-3 492,37 2 0,-1-1-492,-41-1 1967,42 0-580,4 0-403,-42 0 491,28-1 1,7-1-406,13 1 897,-7-2-492,-15 1 1,-8 1 491,-29 0-492,36-1 1,1-1 491,-30 2-492,41-1 1,1 1-1476,-40 1 688,48 0-688,-3 0 0,-49 0 492,37 1 0,0 1-492,-38-1 0,54 2 0,-58-3 15,50 0 969,-44 0 983,56-3 0,4 0 0,-25-1-492,5 0 1,-7-1 491,-35 4 0,49-5 0,-62 3 0,15 3 0,-22-6 0,-21-3 0,9 1 0,-19-4 0,9 5-186,9 4-797,-5 0 0,-27-6 0,28 7 0,-55-12 0,57 12 0,-37-6 0,35 7 0,-9-2 0,10 3 0,8 0 0,-2 0 0,0 0 0,-1 0 0,0 0 0,1 0 0,-6 3 0,7-2 0,-13 1 0,13-2 0,-3 0 0,1 3 0,3-2 0,-5 2 0,5-3 0,-13 0 0,11 0 0,-17 0 0,17 0 0,-25 0 0,22 0 0,-22 0 0,25 0 0,-14-3 0,15 2 0,-16-2 0,16 3 0,-18 0 0,17 0 0,-15 0 0,17 0 0,-11 0 0,10 0 0,-4 0 0,3 3 0,2-2 0,-5 2 0,5-3 0,-2 2 0,-6-1 0,7 2 0,-13-3 0,14 0 0,-20 3 0,18-2 0,-32 1 0,30-2 0,-23 0 0,25 0 0,-20 0 0,22 3 0,-21-2 0,22 2 0,-17-3 0,15 0 0,-16 0 0,16 0 0,-15 0 0,14 0 0,-14 2 0,15-1 0,-13 2 0,13-3 0,-12 0 0,12 0 0,-7 0 0,40-6 0,-12 2 0,20-2 0,-12 0 0,-12 5 0,6-2 0,6 3-984,54-3 0,-37 3 0,40-3 0,-15 3 0,-20 0 492,15 1 0,-2 1-492,-21-2 0,36 3 0,-54-3 0,8 0 0,-13 0 1967,-6 0 0,3 0 0,2 0 0,-1 0 0,-1 0 0,0-3 0,-2 3 0,5-6 0,4 2 0,-4 1 0,8 0-972,-15 0-11,7 2 0,-6-5 0,2 6 0,4-6 0,-5 2 0,2 1 0,3-3 0,-4 3 0,10-7 0,-10 6 0,7-5 0,-8 9 0,0-6 0,1-1 0,-3 3 0,4-4 0,-3 4 0,1-2 0,2-4 0,-2 6 0,0-5 0,-5 0 0,-2 1 0,0-4 0,3 0 0,-2 4 0,-1-4 0,-12 3 0,4 4-984,-24-3 0,21 7 0,-12-2 0,-29-6 0,34 7 0,-80-12 104,80 12 880,-62-7 0,63 9 0,-49-3 0,11 8 0,8-3 0,-14 6 0,53-4 0,-15-1 0,-5 6 0,15-8 983,-33 13 0,25-9 0,-2 4 0,5-6 0,15 0 0,-9-2-97,5 2-886,-9-1 0,6-1 0,-16 5 0,16-6 0,-31 0 0,31 0 0,-33-6 0,29 2 0,-39-5 0,35 4 0,-38-6 0,41 9 0,-31-6 0,36 7 0,-19-5 0,21 5 0,-4-1 0,3 2 0,2 0 0,-8 0 0,8 0 0,-5 0 0,-6-3 0,9 2 0,-23-5 0,25 3 0,-13-1 0,-3 1 0,15 0 0,-35 3 0,27-6 0,-9 5 0,4-2 0,14 3 0,-14 0 0,13 0 0,-7 0 0,8 0 0,-2-2 0,-1 1 0,1-2 0,-1 3 0,1 0 0,-1 0 0,1 0 0,-1 0 0,1 0 0,-1 0 0,1 3 0,-1 0 0,1 1 0,2 1 0,-5-4 0,5 5 0,-2-6 0,0 3 0,2 0 0,-5 1 0,5-1 0,-8 6 0,7-8 0,-12 7 0,11-7 0,-14 10 0,15-8 0,-21 8 0,19-10 0,-30 4 0,28-4 0,-31 5 0,33-6 0,-22 3 0,24-3 0,-7 3 0,9-2 0,-4 1 0,0-2 0,-5 3 0,4-2 0,-23 2 0,22-3 0,-28 0 0,31 0 0,-23 0 0,22 0 0,-10 0 0,13 0 0,1 0 0,-6 3 0,4-3 0,-4 3 0,3-3 0,-12 3 0,8-2 0,-13 1 0,18-2 0,-9 0 0,9 0 0,-12 0 0,11 0 0,-8 3 0,9-2 0,-4 2 0,5-3 0,-5 0 0,5 0 0,-5 0 0,5 0 0,-5 0 0,3 3 0,-1-3 0,-14 3 0,15-3 0,-29 3 0,28-2 0,-25 1 0,26-2 0,-26 0 0,25 0 0,-19 0 0,21 0 0,-12 0 0,11 0 0,-17-2 0,17 1 0,-20-2 0,20 3 0,-23-3 0,22 2 0,-18-4 0,19 4 0,-20-5 0,19 6 0,-19-3 0,21 3 0,-12 0 0,12 0 0,-7-3 0,8 2 0,-2-2 0,0 3 0,-1 0 0,0 0 0,-5 0 0,7 0 0,-18 0 0,16 0 0,-30 0 0,29 0 0,-24 0 0,27 0 0,-18 0 0,17 0 0,-9 0 0,12 0 0,-1 0 0,-4 0 0,3 0 0,-4 0 0,-3 3 0,7-2 0,-27 4 0,24-1 0,-29 2 0,30-2 0,-22 4 0,23-6 0,-14 6 0,15-7 0,-4 2 0,3-1 0,2 2 0,-3 2 0,4 1 0,-3-1 0,2-2 0,-2 1 0,0-1 0,4 2 0,-6 0 0,36-11 0,-22 6 0,27-10 0,-12 9 0,-9 0 0,26-3 0,-24 3 0,18-3 0,-18 3 0,2 0 0,-4 0 0,-3 0 0,4 0 0,0 0 0,5 0 0,-4 0 0,33 0 0,-30 0 0,24 0 0,1 3 0,7-3 0,0 3-984,32-3 0,-61 0 492,34 0 0,1 0-492,-31 0 492,39 0 0,0 0-492,-40 0 492,34 0 0,0 0-492,-33 0 0,69 0 0,-72 0 0,65 0 0,-60 0 0,73 0 0,-64 0 492,29-1 0,0-1-492,-33 2 1188,31-2 1,-4 1-205,-38 1 983,70 0-413,-69 0-570,74 0 0,-66 0 0,61 0 0,-66 0 0,43 0 0,-48 0-359,69 0 359,-62 0 0,31 0 0,-1 0 0,-31 0-407,29 1 0,1 1 407,-27-1-451,43 2 0,3 0 451,-35-3 383,22 2 0,-5-1-383,-37-1 983,24 0 0,-30 0 0,8 0 0,-12 0 0,9 0 0,-6 0 0,20-3 0,-19 3 0,31-3 0,-33 0 0,24 2 0,-27-2 0,10 3 0,-8 0 0,8 0-637,-7 0-346,16 0 0,-15-3 0,23 3 0,-22-3 0,22 0 0,-22 2 0,10-2 0,-12 3 0,1-3 0,0 3 0,-2-3 0,3 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9:06:48.594"/>
    </inkml:context>
    <inkml:brush xml:id="br0">
      <inkml:brushProperty name="width" value="0.35" units="cm"/>
      <inkml:brushProperty name="height" value="0.35" units="cm"/>
      <inkml:brushProperty name="color" value="#DCDBDA"/>
    </inkml:brush>
  </inkml:definitions>
  <inkml:trace contextRef="#ctx0" brushRef="#br0">0 174 24575,'35'-4'0,"-5"1"0,-27 6 0,6-2 0,1 5 0,1-3 0,4 1 0,12 4 0,-10-7 0,36 14 0,-37-13 0,16 6 0,18-2 0,-29-2 0,77 6 0,-54-6 0,16-1 0,-22-3 0,-30 0 0,13 0 0,-10 0 0,16 0 0,-14 0 0,19-3 0,-23 2 0,18-2 0,-19 3 0,19 0 0,-18 0 0,32 0 0,-29 0 0,32 0 0,-34 0-984,28 3 0,-27-2 0,12 2 0,-16-3 0,2 0 0,1 0 104,0 2 880,-1-1 0,1 2 0,-3 0 0,14 0 0,-12 1 0,26 1 0,-24-4 983,21 2 0,-23-3 0,17 3 0,-17-3 0,32 9 0,-29-8-97,52 8-886,-49-9 0,26 3 0,-2 0 0,-25-2 0,51 4 0,-38-4 0,9 2 0,-4-3 0,-22 0 0,8 0 0,-12 0 0,0 0 0,7 3 0,-5-2 0,4 1 0,-3-2 0,-2 0 0,43 0 0,-30 0 0,62 0 0,-60 0 0,19 0 0,-29 0 0,-5 0 0,3 0 0,-1 3 0,-2-2 0,5 2 0,-4-3 0,1 0 0,6 0 0,-7 0 0,10 0 0,-11 0 0,9 0 0,-9 0 0,20 0 0,-17 0 0,31 0 0,-30 0 0,33 0 0,-33 0 0,27 2 0,-28-1 0,28 5 0,-28-5 0,28 4 0,-28-4 0,31 5 0,-29-6 0,28 6 0,-30-5 0,31 1 0,-29-2 0,31 0 0,-32 0 0,36 0 0,-35 0 0,40 0 0,-40 0 0,52 0 0,-49 0 0,63 0 0,-62 0-984,74 3 0,-68-2 0,64 5 0,-65-6 0,53 6 0,-56-5 492,31 1 0,2 1-492,-30-2 492,36 2 0,2 0-492,-33-2 492,36 2 0,0 0-492,-33-3 492,37 2 0,-1-1-492,-41-1 1967,42 0-580,4 0-403,-42 0 491,28-1 1,7-1-406,13 1 897,-7-2-492,-15 1 1,-8 1 491,-29 0-492,36-1 1,1-1 491,-30 2-492,41-1 1,1 1-1476,-40 1 688,48 0-688,-3 0 0,-49 0 492,37 1 0,0 1-492,-38-1 0,54 2 0,-58-3 15,50 0 969,-44 0 983,56-3 0,4 0 0,-25-1-492,5 0 1,-7-1 491,-35 4 0,49-5 0,-62 3 0,15 3 0,-22-6 0,-21-3 0,9 1 0,-19-4 0,9 5-186,9 4-797,-5 0 0,-27-6 0,28 7 0,-55-12 0,57 12 0,-37-6 0,35 7 0,-9-2 0,10 3 0,8 0 0,-2 0 0,0 0 0,-1 0 0,0 0 0,1 0 0,-6 3 0,7-2 0,-13 1 0,13-2 0,-3 0 0,1 3 0,3-2 0,-5 2 0,5-3 0,-13 0 0,11 0 0,-17 0 0,17 0 0,-25 0 0,22 0 0,-22 0 0,25 0 0,-14-3 0,15 2 0,-16-2 0,16 3 0,-18 0 0,17 0 0,-15 0 0,17 0 0,-11 0 0,10 0 0,-4 0 0,3 3 0,2-2 0,-5 2 0,5-3 0,-2 2 0,-6-1 0,7 2 0,-13-3 0,14 0 0,-20 3 0,18-2 0,-32 1 0,30-2 0,-23 0 0,25 0 0,-20 0 0,22 3 0,-21-2 0,22 2 0,-17-3 0,15 0 0,-16 0 0,16 0 0,-15 0 0,14 0 0,-14 2 0,15-1 0,-13 2 0,13-3 0,-12 0 0,12 0 0,-7 0 0,40-6 0,-12 2 0,20-2 0,-12 0 0,-12 5 0,6-2 0,6 3-984,54-3 0,-37 3 0,40-3 0,-15 3 0,-20 0 492,15 1 0,-2 1-492,-21-2 0,36 3 0,-54-3 0,8 0 0,-13 0 1967,-6 0 0,3 0 0,2 0 0,-1 0 0,-1 0 0,0-3 0,-2 3 0,5-6 0,4 2 0,-4 1 0,8 0-972,-15 0-11,7 2 0,-6-5 0,2 6 0,4-6 0,-5 2 0,2 1 0,3-3 0,-4 3 0,10-7 0,-10 6 0,7-5 0,-8 9 0,0-6 0,1-1 0,-3 3 0,4-4 0,-3 4 0,1-2 0,2-4 0,-2 6 0,0-5 0,-5 0 0,-2 1 0,0-4 0,3 0 0,-2 4 0,-1-4 0,-12 3 0,4 4-984,-24-3 0,21 7 0,-12-2 0,-29-6 0,34 7 0,-80-12 104,80 12 880,-62-7 0,63 9 0,-49-3 0,11 8 0,8-3 0,-14 6 0,53-4 0,-15-1 0,-5 6 0,15-8 983,-33 13 0,25-9 0,-2 4 0,5-6 0,15 0 0,-9-2-97,5 2-886,-9-1 0,6-1 0,-16 5 0,16-6 0,-31 0 0,31 0 0,-33-6 0,29 2 0,-39-5 0,35 4 0,-38-6 0,41 9 0,-31-6 0,36 7 0,-19-5 0,21 5 0,-4-1 0,3 2 0,2 0 0,-8 0 0,8 0 0,-5 0 0,-6-3 0,9 2 0,-23-5 0,25 3 0,-13-1 0,-3 1 0,15 0 0,-35 3 0,27-6 0,-9 5 0,4-2 0,14 3 0,-14 0 0,13 0 0,-7 0 0,8 0 0,-2-2 0,-1 1 0,1-2 0,-1 3 0,1 0 0,-1 0 0,1 0 0,-1 0 0,1 0 0,-1 0 0,1 3 0,-1 0 0,1 1 0,2 1 0,-5-4 0,5 5 0,-2-6 0,0 3 0,2 0 0,-5 1 0,5-1 0,-8 6 0,7-8 0,-12 7 0,11-7 0,-14 10 0,15-8 0,-21 8 0,19-10 0,-30 4 0,28-4 0,-31 5 0,33-6 0,-22 3 0,24-3 0,-7 3 0,9-2 0,-4 1 0,0-2 0,-5 3 0,4-2 0,-23 2 0,22-3 0,-28 0 0,31 0 0,-23 0 0,22 0 0,-10 0 0,13 0 0,1 0 0,-6 3 0,4-3 0,-4 3 0,3-3 0,-12 3 0,8-2 0,-13 1 0,18-2 0,-9 0 0,9 0 0,-12 0 0,11 0 0,-8 3 0,9-2 0,-4 2 0,5-3 0,-5 0 0,5 0 0,-5 0 0,5 0 0,-5 0 0,3 3 0,-1-3 0,-14 3 0,15-3 0,-29 3 0,28-2 0,-25 1 0,26-2 0,-26 0 0,25 0 0,-19 0 0,21 0 0,-12 0 0,11 0 0,-17-2 0,17 1 0,-20-2 0,20 3 0,-23-3 0,22 2 0,-18-4 0,19 4 0,-20-5 0,19 6 0,-19-3 0,21 3 0,-12 0 0,12 0 0,-7-3 0,8 2 0,-2-2 0,0 3 0,-1 0 0,0 0 0,-5 0 0,7 0 0,-18 0 0,16 0 0,-30 0 0,29 0 0,-24 0 0,27 0 0,-18 0 0,17 0 0,-9 0 0,12 0 0,-1 0 0,-4 0 0,3 0 0,-4 0 0,-3 3 0,7-2 0,-27 4 0,24-1 0,-29 2 0,30-2 0,-22 4 0,23-6 0,-14 6 0,15-7 0,-4 2 0,3-1 0,2 2 0,-3 2 0,4 1 0,-3-1 0,2-2 0,-2 1 0,0-1 0,4 2 0,-6 0 0,36-11 0,-22 6 0,27-10 0,-12 9 0,-9 0 0,26-3 0,-24 3 0,18-3 0,-18 3 0,2 0 0,-4 0 0,-3 0 0,4 0 0,0 0 0,5 0 0,-4 0 0,33 0 0,-30 0 0,24 0 0,1 3 0,7-3 0,0 3-984,32-3 0,-61 0 492,34 0 0,1 0-492,-31 0 492,39 0 0,0 0-492,-40 0 492,34 0 0,0 0-492,-33 0 0,69 0 0,-72 0 0,65 0 0,-60 0 0,73 0 0,-64 0 492,29-1 0,0-1-492,-33 2 1188,31-2 1,-4 1-205,-38 1 983,70 0-413,-69 0-570,74 0 0,-66 0 0,61 0 0,-66 0 0,43 0 0,-48 0-359,69 0 359,-62 0 0,31 0 0,-1 0 0,-31 0-407,29 1 0,1 1 407,-27-1-451,43 2 0,3 0 451,-35-3 383,22 2 0,-5-1-383,-37-1 983,24 0 0,-30 0 0,8 0 0,-12 0 0,9 0 0,-6 0 0,20-3 0,-19 3 0,31-3 0,-33 0 0,24 2 0,-27-2 0,10 3 0,-8 0 0,8 0-637,-7 0-346,16 0 0,-15-3 0,23 3 0,-22-3 0,22 0 0,-22 2 0,10-2 0,-12 3 0,1-3 0,0 3 0,-2-3 0,3 3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9:06:48.594"/>
    </inkml:context>
    <inkml:brush xml:id="br0">
      <inkml:brushProperty name="width" value="0.35" units="cm"/>
      <inkml:brushProperty name="height" value="0.35" units="cm"/>
      <inkml:brushProperty name="color" value="#DCDBDA"/>
    </inkml:brush>
  </inkml:definitions>
  <inkml:trace contextRef="#ctx0" brushRef="#br0">0 174 24575,'35'-4'0,"-5"1"0,-27 6 0,6-2 0,1 5 0,1-3 0,4 1 0,12 4 0,-10-7 0,36 14 0,-37-13 0,16 6 0,18-2 0,-29-2 0,77 6 0,-54-6 0,16-1 0,-22-3 0,-30 0 0,13 0 0,-10 0 0,16 0 0,-14 0 0,19-3 0,-23 2 0,18-2 0,-19 3 0,19 0 0,-18 0 0,32 0 0,-29 0 0,32 0 0,-34 0-984,28 3 0,-27-2 0,12 2 0,-16-3 0,2 0 0,1 0 104,0 2 880,-1-1 0,1 2 0,-3 0 0,14 0 0,-12 1 0,26 1 0,-24-4 983,21 2 0,-23-3 0,17 3 0,-17-3 0,32 9 0,-29-8-97,52 8-886,-49-9 0,26 3 0,-2 0 0,-25-2 0,51 4 0,-38-4 0,9 2 0,-4-3 0,-22 0 0,8 0 0,-12 0 0,0 0 0,7 3 0,-5-2 0,4 1 0,-3-2 0,-2 0 0,43 0 0,-30 0 0,62 0 0,-60 0 0,19 0 0,-29 0 0,-5 0 0,3 0 0,-1 3 0,-2-2 0,5 2 0,-4-3 0,1 0 0,6 0 0,-7 0 0,10 0 0,-11 0 0,9 0 0,-9 0 0,20 0 0,-17 0 0,31 0 0,-30 0 0,33 0 0,-33 0 0,27 2 0,-28-1 0,28 5 0,-28-5 0,28 4 0,-28-4 0,31 5 0,-29-6 0,28 6 0,-30-5 0,31 1 0,-29-2 0,31 0 0,-32 0 0,36 0 0,-35 0 0,40 0 0,-40 0 0,52 0 0,-49 0 0,63 0 0,-62 0-984,74 3 0,-68-2 0,64 5 0,-65-6 0,53 6 0,-56-5 492,31 1 0,2 1-492,-30-2 492,36 2 0,2 0-492,-33-2 492,36 2 0,0 0-492,-33-3 492,37 2 0,-1-1-492,-41-1 1967,42 0-580,4 0-403,-42 0 491,28-1 1,7-1-406,13 1 897,-7-2-492,-15 1 1,-8 1 491,-29 0-492,36-1 1,1-1 491,-30 2-492,41-1 1,1 1-1476,-40 1 688,48 0-688,-3 0 0,-49 0 492,37 1 0,0 1-492,-38-1 0,54 2 0,-58-3 15,50 0 969,-44 0 983,56-3 0,4 0 0,-25-1-492,5 0 1,-7-1 491,-35 4 0,49-5 0,-62 3 0,15 3 0,-22-6 0,-21-3 0,9 1 0,-19-4 0,9 5-186,9 4-797,-5 0 0,-27-6 0,28 7 0,-55-12 0,57 12 0,-37-6 0,35 7 0,-9-2 0,10 3 0,8 0 0,-2 0 0,0 0 0,-1 0 0,0 0 0,1 0 0,-6 3 0,7-2 0,-13 1 0,13-2 0,-3 0 0,1 3 0,3-2 0,-5 2 0,5-3 0,-13 0 0,11 0 0,-17 0 0,17 0 0,-25 0 0,22 0 0,-22 0 0,25 0 0,-14-3 0,15 2 0,-16-2 0,16 3 0,-18 0 0,17 0 0,-15 0 0,17 0 0,-11 0 0,10 0 0,-4 0 0,3 3 0,2-2 0,-5 2 0,5-3 0,-2 2 0,-6-1 0,7 2 0,-13-3 0,14 0 0,-20 3 0,18-2 0,-32 1 0,30-2 0,-23 0 0,25 0 0,-20 0 0,22 3 0,-21-2 0,22 2 0,-17-3 0,15 0 0,-16 0 0,16 0 0,-15 0 0,14 0 0,-14 2 0,15-1 0,-13 2 0,13-3 0,-12 0 0,12 0 0,-7 0 0,40-6 0,-12 2 0,20-2 0,-12 0 0,-12 5 0,6-2 0,6 3-984,54-3 0,-37 3 0,40-3 0,-15 3 0,-20 0 492,15 1 0,-2 1-492,-21-2 0,36 3 0,-54-3 0,8 0 0,-13 0 1967,-6 0 0,3 0 0,2 0 0,-1 0 0,-1 0 0,0-3 0,-2 3 0,5-6 0,4 2 0,-4 1 0,8 0-972,-15 0-11,7 2 0,-6-5 0,2 6 0,4-6 0,-5 2 0,2 1 0,3-3 0,-4 3 0,10-7 0,-10 6 0,7-5 0,-8 9 0,0-6 0,1-1 0,-3 3 0,4-4 0,-3 4 0,1-2 0,2-4 0,-2 6 0,0-5 0,-5 0 0,-2 1 0,0-4 0,3 0 0,-2 4 0,-1-4 0,-12 3 0,4 4-984,-24-3 0,21 7 0,-12-2 0,-29-6 0,34 7 0,-80-12 104,80 12 880,-62-7 0,63 9 0,-49-3 0,11 8 0,8-3 0,-14 6 0,53-4 0,-15-1 0,-5 6 0,15-8 983,-33 13 0,25-9 0,-2 4 0,5-6 0,15 0 0,-9-2-97,5 2-886,-9-1 0,6-1 0,-16 5 0,16-6 0,-31 0 0,31 0 0,-33-6 0,29 2 0,-39-5 0,35 4 0,-38-6 0,41 9 0,-31-6 0,36 7 0,-19-5 0,21 5 0,-4-1 0,3 2 0,2 0 0,-8 0 0,8 0 0,-5 0 0,-6-3 0,9 2 0,-23-5 0,25 3 0,-13-1 0,-3 1 0,15 0 0,-35 3 0,27-6 0,-9 5 0,4-2 0,14 3 0,-14 0 0,13 0 0,-7 0 0,8 0 0,-2-2 0,-1 1 0,1-2 0,-1 3 0,1 0 0,-1 0 0,1 0 0,-1 0 0,1 0 0,-1 0 0,1 3 0,-1 0 0,1 1 0,2 1 0,-5-4 0,5 5 0,-2-6 0,0 3 0,2 0 0,-5 1 0,5-1 0,-8 6 0,7-8 0,-12 7 0,11-7 0,-14 10 0,15-8 0,-21 8 0,19-10 0,-30 4 0,28-4 0,-31 5 0,33-6 0,-22 3 0,24-3 0,-7 3 0,9-2 0,-4 1 0,0-2 0,-5 3 0,4-2 0,-23 2 0,22-3 0,-28 0 0,31 0 0,-23 0 0,22 0 0,-10 0 0,13 0 0,1 0 0,-6 3 0,4-3 0,-4 3 0,3-3 0,-12 3 0,8-2 0,-13 1 0,18-2 0,-9 0 0,9 0 0,-12 0 0,11 0 0,-8 3 0,9-2 0,-4 2 0,5-3 0,-5 0 0,5 0 0,-5 0 0,5 0 0,-5 0 0,3 3 0,-1-3 0,-14 3 0,15-3 0,-29 3 0,28-2 0,-25 1 0,26-2 0,-26 0 0,25 0 0,-19 0 0,21 0 0,-12 0 0,11 0 0,-17-2 0,17 1 0,-20-2 0,20 3 0,-23-3 0,22 2 0,-18-4 0,19 4 0,-20-5 0,19 6 0,-19-3 0,21 3 0,-12 0 0,12 0 0,-7-3 0,8 2 0,-2-2 0,0 3 0,-1 0 0,0 0 0,-5 0 0,7 0 0,-18 0 0,16 0 0,-30 0 0,29 0 0,-24 0 0,27 0 0,-18 0 0,17 0 0,-9 0 0,12 0 0,-1 0 0,-4 0 0,3 0 0,-4 0 0,-3 3 0,7-2 0,-27 4 0,24-1 0,-29 2 0,30-2 0,-22 4 0,23-6 0,-14 6 0,15-7 0,-4 2 0,3-1 0,2 2 0,-3 2 0,4 1 0,-3-1 0,2-2 0,-2 1 0,0-1 0,4 2 0,-6 0 0,36-11 0,-22 6 0,27-10 0,-12 9 0,-9 0 0,26-3 0,-24 3 0,18-3 0,-18 3 0,2 0 0,-4 0 0,-3 0 0,4 0 0,0 0 0,5 0 0,-4 0 0,33 0 0,-30 0 0,24 0 0,1 3 0,7-3 0,0 3-984,32-3 0,-61 0 492,34 0 0,1 0-492,-31 0 492,39 0 0,0 0-492,-40 0 492,34 0 0,0 0-492,-33 0 0,69 0 0,-72 0 0,65 0 0,-60 0 0,73 0 0,-64 0 492,29-1 0,0-1-492,-33 2 1188,31-2 1,-4 1-205,-38 1 983,70 0-413,-69 0-570,74 0 0,-66 0 0,61 0 0,-66 0 0,43 0 0,-48 0-359,69 0 359,-62 0 0,31 0 0,-1 0 0,-31 0-407,29 1 0,1 1 407,-27-1-451,43 2 0,3 0 451,-35-3 383,22 2 0,-5-1-383,-37-1 983,24 0 0,-30 0 0,8 0 0,-12 0 0,9 0 0,-6 0 0,20-3 0,-19 3 0,31-3 0,-33 0 0,24 2 0,-27-2 0,10 3 0,-8 0 0,8 0-637,-7 0-346,16 0 0,-15-3 0,23 3 0,-22-3 0,22 0 0,-22 2 0,10-2 0,-12 3 0,1-3 0,0 3 0,-2-3 0,3 3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9:06:55.530"/>
    </inkml:context>
    <inkml:brush xml:id="br0">
      <inkml:brushProperty name="width" value="0.35" units="cm"/>
      <inkml:brushProperty name="height" value="0.35" units="cm"/>
      <inkml:brushProperty name="color" value="#DCDBDA"/>
    </inkml:brush>
  </inkml:definitions>
  <inkml:trace contextRef="#ctx0" brushRef="#br0">0 174 24575,'35'-4'0,"-5"1"0,-27 6 0,6-2 0,1 5 0,1-3 0,4 1 0,12 4 0,-10-7 0,36 14 0,-37-13 0,16 6 0,18-2 0,-29-2 0,77 6 0,-54-6 0,16-1 0,-22-3 0,-30 0 0,13 0 0,-10 0 0,16 0 0,-14 0 0,19-3 0,-23 2 0,18-2 0,-19 3 0,19 0 0,-18 0 0,32 0 0,-29 0 0,32 0 0,-34 0-984,28 3 0,-27-2 0,12 2 0,-16-3 0,2 0 0,1 0 104,0 2 880,-1-1 0,1 2 0,-3 0 0,14 0 0,-12 1 0,26 1 0,-24-4 983,21 2 0,-23-3 0,17 3 0,-17-3 0,32 9 0,-29-8-97,52 8-886,-49-9 0,26 3 0,-2 0 0,-25-2 0,51 4 0,-38-4 0,9 2 0,-4-3 0,-22 0 0,8 0 0,-12 0 0,0 0 0,7 3 0,-5-2 0,4 1 0,-3-2 0,-2 0 0,43 0 0,-30 0 0,62 0 0,-60 0 0,19 0 0,-29 0 0,-5 0 0,3 0 0,-1 3 0,-2-2 0,5 2 0,-4-3 0,1 0 0,6 0 0,-7 0 0,10 0 0,-11 0 0,9 0 0,-9 0 0,20 0 0,-17 0 0,31 0 0,-30 0 0,33 0 0,-33 0 0,27 2 0,-28-1 0,28 5 0,-28-5 0,28 4 0,-28-4 0,31 5 0,-29-6 0,28 6 0,-30-5 0,31 1 0,-29-2 0,31 0 0,-32 0 0,36 0 0,-35 0 0,40 0 0,-40 0 0,52 0 0,-49 0 0,63 0 0,-62 0-984,74 3 0,-68-2 0,64 5 0,-65-6 0,53 6 0,-56-5 492,31 1 0,2 1-492,-30-2 492,36 2 0,2 0-492,-33-2 492,36 2 0,0 0-492,-33-3 492,37 2 0,-1-1-492,-41-1 1967,42 0-580,4 0-403,-42 0 491,28-1 1,7-1-406,13 1 897,-7-2-492,-15 1 1,-8 1 491,-29 0-492,36-1 1,1-1 491,-30 2-492,41-1 1,1 1-1476,-40 1 688,48 0-688,-3 0 0,-49 0 492,37 1 0,0 1-492,-38-1 0,54 2 0,-58-3 15,50 0 969,-44 0 983,56-3 0,4 0 0,-25-1-492,5 0 1,-7-1 491,-35 4 0,49-5 0,-62 3 0,15 3 0,-22-6 0,-21-3 0,9 1 0,-19-4 0,9 5-186,9 4-797,-5 0 0,-27-6 0,28 7 0,-55-12 0,57 12 0,-37-6 0,35 7 0,-9-2 0,10 3 0,8 0 0,-2 0 0,0 0 0,-1 0 0,0 0 0,1 0 0,-6 3 0,7-2 0,-13 1 0,13-2 0,-3 0 0,1 3 0,3-2 0,-5 2 0,5-3 0,-13 0 0,11 0 0,-17 0 0,17 0 0,-25 0 0,22 0 0,-22 0 0,25 0 0,-14-3 0,15 2 0,-16-2 0,16 3 0,-18 0 0,17 0 0,-15 0 0,17 0 0,-11 0 0,10 0 0,-4 0 0,3 3 0,2-2 0,-5 2 0,5-3 0,-2 2 0,-6-1 0,7 2 0,-13-3 0,14 0 0,-20 3 0,18-2 0,-32 1 0,30-2 0,-23 0 0,25 0 0,-20 0 0,22 3 0,-21-2 0,22 2 0,-17-3 0,15 0 0,-16 0 0,16 0 0,-15 0 0,14 0 0,-14 2 0,15-1 0,-13 2 0,13-3 0,-12 0 0,12 0 0,-7 0 0,40-6 0,-12 2 0,20-2 0,-12 0 0,-12 5 0,6-2 0,6 3-984,54-3 0,-37 3 0,40-3 0,-15 3 0,-20 0 492,15 1 0,-2 1-492,-21-2 0,36 3 0,-54-3 0,8 0 0,-13 0 1967,-6 0 0,3 0 0,2 0 0,-1 0 0,-1 0 0,0-3 0,-2 3 0,5-6 0,4 2 0,-4 1 0,8 0-972,-15 0-11,7 2 0,-6-5 0,2 6 0,4-6 0,-5 2 0,2 1 0,3-3 0,-4 3 0,10-7 0,-10 6 0,7-5 0,-8 9 0,0-6 0,1-1 0,-3 3 0,4-4 0,-3 4 0,1-2 0,2-4 0,-2 6 0,0-5 0,-5 0 0,-2 1 0,0-4 0,3 0 0,-2 4 0,-1-4 0,-12 3 0,4 4-984,-24-3 0,21 7 0,-12-2 0,-29-6 0,34 7 0,-80-12 104,80 12 880,-62-7 0,63 9 0,-49-3 0,11 8 0,8-3 0,-14 6 0,53-4 0,-15-1 0,-5 6 0,15-8 983,-33 13 0,25-9 0,-2 4 0,5-6 0,15 0 0,-9-2-97,5 2-886,-9-1 0,6-1 0,-16 5 0,16-6 0,-31 0 0,31 0 0,-33-6 0,29 2 0,-39-5 0,35 4 0,-38-6 0,41 9 0,-31-6 0,36 7 0,-19-5 0,21 5 0,-4-1 0,3 2 0,2 0 0,-8 0 0,8 0 0,-5 0 0,-6-3 0,9 2 0,-23-5 0,25 3 0,-13-1 0,-3 1 0,15 0 0,-35 3 0,27-6 0,-9 5 0,4-2 0,14 3 0,-14 0 0,13 0 0,-7 0 0,8 0 0,-2-2 0,-1 1 0,1-2 0,-1 3 0,1 0 0,-1 0 0,1 0 0,-1 0 0,1 0 0,-1 0 0,1 3 0,-1 0 0,1 1 0,2 1 0,-5-4 0,5 5 0,-2-6 0,0 3 0,2 0 0,-5 1 0,5-1 0,-8 6 0,7-8 0,-12 7 0,11-7 0,-14 10 0,15-8 0,-21 8 0,19-10 0,-30 4 0,28-4 0,-31 5 0,33-6 0,-22 3 0,24-3 0,-7 3 0,9-2 0,-4 1 0,0-2 0,-5 3 0,4-2 0,-23 2 0,22-3 0,-28 0 0,31 0 0,-23 0 0,22 0 0,-10 0 0,13 0 0,1 0 0,-6 3 0,4-3 0,-4 3 0,3-3 0,-12 3 0,8-2 0,-13 1 0,18-2 0,-9 0 0,9 0 0,-12 0 0,11 0 0,-8 3 0,9-2 0,-4 2 0,5-3 0,-5 0 0,5 0 0,-5 0 0,5 0 0,-5 0 0,3 3 0,-1-3 0,-14 3 0,15-3 0,-29 3 0,28-2 0,-25 1 0,26-2 0,-26 0 0,25 0 0,-19 0 0,21 0 0,-12 0 0,11 0 0,-17-2 0,17 1 0,-20-2 0,20 3 0,-23-3 0,22 2 0,-18-4 0,19 4 0,-20-5 0,19 6 0,-19-3 0,21 3 0,-12 0 0,12 0 0,-7-3 0,8 2 0,-2-2 0,0 3 0,-1 0 0,0 0 0,-5 0 0,7 0 0,-18 0 0,16 0 0,-30 0 0,29 0 0,-24 0 0,27 0 0,-18 0 0,17 0 0,-9 0 0,12 0 0,-1 0 0,-4 0 0,3 0 0,-4 0 0,-3 3 0,7-2 0,-27 4 0,24-1 0,-29 2 0,30-2 0,-22 4 0,23-6 0,-14 6 0,15-7 0,-4 2 0,3-1 0,2 2 0,-3 2 0,4 1 0,-3-1 0,2-2 0,-2 1 0,0-1 0,4 2 0,-6 0 0,36-11 0,-22 6 0,27-10 0,-12 9 0,-9 0 0,26-3 0,-24 3 0,18-3 0,-18 3 0,2 0 0,-4 0 0,-3 0 0,4 0 0,0 0 0,5 0 0,-4 0 0,33 0 0,-30 0 0,24 0 0,1 3 0,7-3 0,0 3-984,32-3 0,-61 0 492,34 0 0,1 0-492,-31 0 492,39 0 0,0 0-492,-40 0 492,34 0 0,0 0-492,-33 0 0,69 0 0,-72 0 0,65 0 0,-60 0 0,73 0 0,-64 0 492,29-1 0,0-1-492,-33 2 1188,31-2 1,-4 1-205,-38 1 983,70 0-413,-69 0-570,74 0 0,-66 0 0,61 0 0,-66 0 0,43 0 0,-48 0-359,69 0 359,-62 0 0,31 0 0,-1 0 0,-31 0-407,29 1 0,1 1 407,-27-1-451,43 2 0,3 0 451,-35-3 383,22 2 0,-5-1-383,-37-1 983,24 0 0,-30 0 0,8 0 0,-12 0 0,9 0 0,-6 0 0,20-3 0,-19 3 0,31-3 0,-33 0 0,24 2 0,-27-2 0,10 3 0,-8 0 0,8 0-637,-7 0-346,16 0 0,-15-3 0,23 3 0,-22-3 0,22 0 0,-22 2 0,10-2 0,-12 3 0,1-3 0,0 3 0,-2-3 0,3 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5:12:01.747"/>
    </inkml:context>
    <inkml:brush xml:id="br0">
      <inkml:brushProperty name="width" value="0.35" units="cm"/>
      <inkml:brushProperty name="height" value="0.35" units="cm"/>
      <inkml:brushProperty name="color" value="#1D292E"/>
    </inkml:brush>
  </inkml:definitions>
  <inkml:trace contextRef="#ctx0" brushRef="#br0">13 69 24575,'25'-5'0,"-2"1"0,-10 4 0,6 0 0,-3 0 0,19 0 0,-22 0 0,43 4 0,-39-3 0,43 7 0,-45-7-984,53 7 0,-53-3 492,45 2 0,5 0-492,-35-1 492,47 5 0,0-1-492,-47-7 492,24 5 0,-4 1-492,-33-4 492,33 3 0,2 1-492,-27-1 492,27-1 0,-2-2-492,-33-5 492,50 2 0,5 0-492,-38-1 492,48 1 0,-4 0 373,-55-2 1102,67 0-499,-69 0 499,61-4 0,-54 3-391,25-3-592,-39 4 0,-9-4 717,8 3-717,-7-4 0,8 1 983,-5 3 0,1-3 0,20 0 0,-15 3 0,15-4 0,22 1 0,27-1 0,-13 0 0,28 1 0,-74 4-676,53-5-307,-49 4 0,61-3 0,-66 4 0,66 0 0,-66 0 0,44 0 0,2 0 0,-35 0 0,31 0 0,-3 0 0,-41 0 0,60 0 0,-58 0 0,37 0 0,-45 0 0,28 0 0,-24 0 0,32 0 0,-29 0 0,31 0 0,-30 0 0,36 0 0,-39 0 0,36 0 0,-39 0 0,14 0 0,-18 0 0,5 0 0,-4 0 0,25 0 0,-20 0 0,49 0 0,-42 0-984,64 0 0,-61 0 0,64 0 0,-70 0 0,41 0 0,-47 0 0,30-4 0,-29 3 866,38-8 118,-33 8 0,64-3 0,-53 4 0,70 0 0,-73 0 0,51-4 0,-57 3 0,23-3 0,-38-1 983,15 0 0,-14 0 0,20-4 0,-16 8 0,11-3 0,-11 4 0,19-4 0,-16 3-857,42-3-126,-39 4 0,47-4 0,-48 2 0,56-6 0,-53 7 0,28-3 0,-8 0 0,-22 3 0,60-8 0,-33 4 0,10 0 0,-15-4 0,-29 8 0,4-3 0,-4 4 0,-1 0 0,0-4 0,1 3 0,-1-4 0,1 5 0,-1 0 0,1 5 0,-1 0 0,1 0 0,-1-1 0,1 0 0,-5 1 0,8 1 0,-7-2 0,3 0 0,0 1 0,-8 4 0,3 1 0,-4-1 0,0 0 0,0 1 0,0-1 0,4 0 0,-3 1 0,4-1 0,-5 0 0,8-4 0,-31-5 0,21-1 0,-28-3 0,17 0 0,2 3 0,-10-3 0,5-1-984,-75 4 0,59-3 656,-30 5 0,-20 3 0,17 0-656,19-2 656,-30 5 0,-23 4 0,21-1-656,21-1 656,-18 2 0,-17 4 0,19-3-656,21-3 492,-48 5 0,6-2-492,66-10 0,-54 10 0,15-7 1471,43 0-487,-23-2 0,-7-1 0,-22-2 0,15 0 0,-8 0 0,4 0 0,26 0 0,-44-6 0,-2-1 0,44-1 0,-47-1 0,3 0 0,58 4-492,-38-4 0,3 1-492,41 5 0,-75-14 0,76 16 881,-72-12 103,72 11 186,-68-11-186,70 8 983,-71 0-424,70 1-559,-57-1 0,61 4 430,-49-3-430,48 4 0,-60 0 0,58 0 0,-74-8 0,71 6 983,-59-11 0,65 12-239,-57-8-744,53 8-351,-77-3 351,74 4 140,-70 0-140,75 0 0,-56 0 0,57 0 983,-44 0-861,45 0-122,-40 4 0,40-3 0,-53 12 0,51-11 0,-30 10 0,37-11-984,-24 4 0,23-1 1755,-47 5-771,46-3 0,-80 7 0,69-12 0,-73 7 0,78-7 0,-24 3 983,7-4-591,-13 0-392,5 0 0,-12 0 0,43 0 0,-35 0 0,32 0 0,-52 0 0,49 0 0,-70 0 0,67 0 0,-71 0 0,73 0 128,-27 0-128,7 0 983,15 0 0,-17 0 0,28 4-656,13-3 1,5 3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5:12:03.508"/>
    </inkml:context>
    <inkml:brush xml:id="br0">
      <inkml:brushProperty name="width" value="0.35" units="cm"/>
      <inkml:brushProperty name="height" value="0.35" units="cm"/>
      <inkml:brushProperty name="color" value="#1D292E"/>
    </inkml:brush>
  </inkml:definitions>
  <inkml:trace contextRef="#ctx0" brushRef="#br0">0 0 24575,'0'0'0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5:38:49.107"/>
    </inkml:context>
    <inkml:brush xml:id="br0">
      <inkml:brushProperty name="width" value="0.35" units="cm"/>
      <inkml:brushProperty name="height" value="0.35" units="cm"/>
      <inkml:brushProperty name="color" value="#1D292E"/>
    </inkml:brush>
  </inkml:definitions>
  <inkml:trace contextRef="#ctx0" brushRef="#br0">0 193 23980,'24'4'0,"-4"-1"0,-14-1 0,1-1 0,4 4 0,-3-4 0,7 2 0,-8 0-984,6-3 0,-7 3 0,10-3 0,38 3 0,-24-3 492,41 3 0,2 0 207,-35-2 285,43 1 0,-1-1 983,-48-1-492,49-2 1,2 0-1476,-40 2 2,57-4 490,-42 1 0,-6 0-492,-19 1 656,35-4 0,24-3 0,-21 2-656,-27 3 656,23-4 0,18-3 0,-16 2-656,-15 3 656,8-1 0,13-1 0,-13 0-656,-4 0 656,13 0 0,16-2 0,-19 2-63,-22 1 391,26-2 0,21-2 0,-20 3 0,-25 5-118,19-4 1,18-3-1,-19 2 118,-26 5 491,27-5 1,-7-2 268,-48 6 223,16-2 0,-25 3 0,3 3 0,9 0 0,-7 0 0,10 0 0,-9 0 0,32 0 0,-25 0 0,52 3 0,-54 0 0,39 6 0,-42-5 0,23 7-104,-25-10-879,16 10 0,-16-9 0,2 6 0,-8 1 0,-3-2 0,0 8 0,0-9 0,0 3 0,-2 8 0,1-8 0,-2 8 0,3-10 0,0 1 0,0 2 0,0 2 0,0-2 0,0-1 0,0 0 0,0 0 0,0 1 0,0 1 0,0-1 0,0 0 0,0 1 0,0-4 0,-3 5 0,0-6 0,-3 3 0,0-2 0,-1-1 0,-1 3 0,1-5 0,-13 9 0,11-11 0,-5 9 0,-11-5 0,17-1 0,-26 3 0,18-8 0,0 3 0,-1-3 0,10 0 0,-21-3 0,17 3 0,-34-6 0,34 5 0,-28-1 0,30 2 0,-16 0 0,17 0 0,-4 0 0,4 0 0,-8 0 0,6 0 0,-24 0 0,23 0 0,-14 0 0,-3 2 0,16 2 0,-24-1 0,28 0 0,-7-3 0,7 0 0,-2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6:39:47.6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1 315 24575,'14'-21'0,"0"5"0,-10 12 0,2 1 0,6 2 0,-4-6 0,4 6 0,-2-3 0,-3 4 0,5-4 0,-5 4 0,23-8 0,-19 7 0,36-6 0,-36 6 0,38-2 0,-36 3 0,45 0 0,-45 0 0,45 0 0,-46 0 0,41 7 0,-41-5 0,37 8 0,-37-9 0,43 6 0,-42-6 0,43 6 0,-45-6 0,13 6 0,7-6 0,-21 3 0,48-4 0,-16 3 0,-3-2 0,28 3 0,-50-4 0,48 0 0,-49 0-984,64 4 0,-62-3 0,71 3 0,-74-4 0,29 0 0,-8 0 0,-20 0 0,51 0 0,-50 0 0,45 0 0,-47 0 719,57 0 265,-55 0 0,76-4 0,-73 3 0,77-2 0,-77 3 0,70-4 0,-74 3 0,72-3 0,-13 0 983,-11 3-292,3-3-964,-18 4 273,-29 0-492,32-3 0,1-1-492,-33 2 492,39-4 0,-1 0-492,-37 5 107,61-3 877,-71 4 0,30-3 0,-31 2 983,34-3 0,-24 4 0,12 0 0,-8-3 0,-16 2 0,19-3 0,-18 4 0,20 0 0,-17 0 0,19-4 0,-19 4 0,17-4 0,-20 4 0,26-4-244,-24 0-739,13-1 0,-18 2 0,1 3 0,5 0 0,-4 0 0,4 0 0,-3 0 0,27-8 0,-10 6-984,46-8 0,-48 9 0,40-7 0,-52 8 0,46-4 0,-44 4 0,44-4 0,-46 3 0,50-6 0,-48 6 126,62-6 858,-57 6-492,43-5 0,2 0-492,-34 4 492,55-3 0,0-1 204,-57 5 193,25-1 1,-4 0 94,-37 2 0,55-4 0,-43 3-492,29-1 0,-1 0-388,-29 2 880,40-1 0,3-2 0,-39 2 266,44-2 1,0-1-267,-39 3-220,24-3 1,-3 1 219,-31 2 983,57-11-462,-64 11 462,44-11 0,-48 11 0,35-6 0,-31 6 0,50-6 0,-47 6-803,50-3-180,-55 4 983,21 0 0,23-3 0,-37-2 0,57 1 0,-65 0 0,23 4 0,-27-4 0,25 3-532,-14-2-451,7 3 0,12 0 0,-26 0 0,32 0 0,-34 0 0,10 0 0,-13 0 0,-1 3 0,29 5 0,-24 1 0,49 7 0,-50-11 0,40 9 0,-40-12 0,8 5 0,-44 0 0,10-1 0,-41 0 0,-5 0 0,17 3-328,-36-6 0,-27-3 0,19 2-656,12 6 738,3-5 0,-24-3 0,2 1 0,25 1-738,10 3 738,-6-1 0,-23 0 0,0-1 0,23 0-738,7-1 690,-20 3 1,-19 3 0,25-3 293,35-3 0,-46 7 0,1 2 0,49-5-492,-37 1 0,1-2-492,44-1 492,-37-3 0,2-2-492,41 1 492,-43 0 0,0 0-492,43 0 492,-38-2 0,0 0-492,37 1 492,-40-6 0,-2-1-252,34 5 744,-57-9 0,-1 0 0,50 8 0,-22-2 0,4 0 0,37 6 983,-2-4-555,3 3 555,4-3 0,0 4-688,-10 0-295,11 0 983,-10 0 0,13 0-24,-14 0-959,7-4 0,-80-1 0,64 0-492,-40-1 0,3 1-96,45 3-396,-72-9 0,83 10 0,-51-6 375,51 6 1592,-58-3-165,53 4-1761,-76 0 943,73 0 491,-38-1 1,0-1-150,34 1-834,-29-4 0,2-1 275,34 4 217,-66-9 0,68 10 672,-55-6-672,60 6 0,-31-6 0,33 6 0,-30-6 0,29 6 0,-80-11 0,65 10 983,-46-9-238,9 6-745,37 0 0,-61-2 0,68 6 0,-7-2 0,27 3 0,29 0 0,30 5 0,6 2 0,-5-4 0,8 2 0,15 3 0,-18-1 148,-14 0-148,12-1 0,24 2 0,3 0 0,-20 0 983,21 6-738,-16-6 1,20 2 0,-2-1 0,-25-2-1230,-12 1 492,6-2 0,8 0 230,2-1 1,-7-1 261,-18-2-328,26 1 0,21 2 0,-19-1-656,-21-3 656,9 0 0,14 1 0,-15-1-656,-15-1 1311,16 0 1,16 2 0,-9 0 241,22 3-569,-15-2 0,-2-1 0,7 3 0,-59-5 983,0 3 0,-59 2 0,1 3-878,-45-4-418,20 0 313,16-4 0,-36 5 0,-6-1 0,3-1-492,-6 1 0,3 1-492,22-5 150,25 4 834,-1-3-984,12 3 568,-9-4 416,4 0 851,7 0-851,-6 0 0,4 0 0,7 0 983,-32 5-492,-17-2 1,-3-1 491,-5 4-656,10-3 1,-11 0 0,18-1 655,19-1-492,-30 2 1,2 1 491,39-3-492,-24 1 1,3-1 491,34-1 0,-57 0 0,61 0 0,-13 0 0,57-4 0,-5 3 0,13-6-1967,-4 6 530,-15-3-38,63 1 0,12 2-492,-25 0 738,3-2 0,24-1 0,1 0 0,-24 1-738,5 1 738,-9-1 0,21-2 0,0-1 0,-18 2-738,21-3 741,-18 2 0,11-2 0,-15 2 1226,-3-2-955,-4 2 0,-5 2-28,-18 3 0,8 0 412,-9 0-412,-35 4 0,5 0 0,-27 12-980,9-7 980,-14 3-984,-12 3 0,16-9 0,-26 6 0,-38 15 708,35-17-216,-30 14 0,1 2-492,34-12 778,-11 4 1,5-2 205,33-10 0,-7-3 0,48-14 983,-13 1-160,18-2-823,5-3 0,-14 8 0,45-6 0,3-2 0,-26 3 0,19 4 0,17 1 0,-18 2 0,-24 0-492,42 2 0,-3 2-492,-52 1 1146,49-4-162,-67 4 0,9-4 0,-46 7 0,0-2 0,-7 3 0,-32-4 0,35-4 0,-62 3 0,67-3 983,-23 4 0,47-4 0,1 3 0,21-9 0,-5 8 0,8-9-399,53 2-584,-51 3 0,64-6-492,-36 11 0,-2 1-492,5-4 492,30 7 0,-5 1-492,-47-2 0,50 9 0,-84-6 1967,0 3 0,-16-3-204,-45 2-779,34-6-145,-53 2 1,-4-2 144,38-1 491,-12 0 1,-5 0 491,-20 0 0,55 0-492,-25 0 1,4 0 113,35 0-605,-10 0 0,58 0 0,-14 0 0,48 0 0,-40 0-984,65 4 0,-61-3 1967,31 7 0,-34-4-981,-19 4-2,7-3 0,-37 5 0,-40 0 0,17 3 0,-6-6 0,1-1 0,8 3 0,-51-1 0,62-3 0,-12-2 0,42-3 0,2 0 0,17-3 0,23-5 0,-13 2 0,28-8 0,-42 12 0,18-5 0,-26 3 0,5 7 0,-11-3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5:12:16.317"/>
    </inkml:context>
    <inkml:brush xml:id="br0">
      <inkml:brushProperty name="width" value="0.35" units="cm"/>
      <inkml:brushProperty name="height" value="0.35" units="cm"/>
      <inkml:brushProperty name="color" value="#1D292E"/>
    </inkml:brush>
  </inkml:definitions>
  <inkml:trace contextRef="#ctx0" brushRef="#br0">0 45 24575,'28'-9'0,"-4"4"0,-16 5 0,-1 0 0,9-8 0,-5 7 0,5-6 0,18 7 0,-19 0-984,54 0 0,-54 0 0,85 0 0,-79 0 0,89 0 0,-86 0 0,91 0 0,-84 0 0,84-2 0,-86 1 978,27-3 6,-18 4 0,-22 0 0,61 0 0,-49 0 983,69 0-145,-5 0 145,-20 0 0,43 0 0,-94 0 0,60 4 0,-66-3 0,43 6 0,-46-7 0,17 7-822,-20-7-161,42 11 0,-35-10 0,28 5 0,32-3 0,-48-2 0,37 2 0,-2-2 0,-39-1 0,42 1 0,6 1 0,-21 0 0,44 0 0,-33-2 0,-46 0 0,70-2 0,-62 0-492,46-1 0,4-1-492,-41 3 492,51 0 0,-4-1-492,-52 2 492,41 0 0,1 0-492,-39 0 0,65-4 0,-79 4 0,16-3 0,-25 3 1967,19 0 0,-13 0-345,47 0-638,-34 0 0,36 0 0,2 0 0,-30 0 0,59 0-984,-4 0 0,-55 0 531,31 0 0,8 0 453,5 0 0,-6 0-984,25-7 0,-83 5 0,28-5 1967,-34 7 0,1 0 0,4 0 0,-4 0 0,4 0-820,-4 0-163,-1 0 0,3 0 0,4 0 0,0 0 0,51 0 983,-39 0-492,35-1 1,0 0 491,-35 0 0,80-3 0,-92 4 0,36 0 0,-40 0 0,14 0-863,-17 0-120,18 0 0,-13 0 0,48 0 0,-35 0 0,22 0 0,7 0 0,-38 0 0,58 0 0,-62 0 0,19 0 0,-25 0 0,-1 0 0,8 0 0,-7 0 0,42 0 0,-33 0 0,59 0 0,-61 0 0,45 0 0,-47 0 0,13 0 0,-18 0 0,3 0 0,-1 0 0,6 0 0,-5 0 0,13 4 0,-14-3 0,23 5 0,-22-5 0,23 1 0,-24-2 0,10 0 0,-13 0 0,2 0 0,5 0 0,-6 0 0,6 0 0,-3 0 0,-3 0 0,12 0 0,-7 0 0,22 0 0,-21 0 0,17 0 0,-23 0 0,6-2 0,-3 1 0,-3-3 0,6 1 0,-6 3 0,6-4 0,-2 4 0,-2 0 0,1-3 0,0 3 0,0-4 0,1 4 0,2 0 0,-6 0 0,5-3 0,-4 2 0,5-3 0,-3 4 0,1 0 0,1 0 0,-5 0 0,6 0 0,-2 0 0,0 4 0,-2-3 0,1 2 0,-3 0 0,5-2 0,-5 6 0,3 0 0,-3-2 0,3 0 0,-1-1 0,2-1 0,-1 2 0,-1 1 0,-2-1 0,3 2 0,-6 3 0,-3 1 0,-2 1 0,-6 1 0,1-8 0,-5 5 0,-1-10 0,3 3 0,-8 1 0,6-3 0,-19 1 0,17-2 0,-34 0 0,31 0 0,-52 0 0,38-2 0,-28-3 0,-13-2 0,34 3 0,-81-10 0,13 11-984,20-7 0,-6 10 0,18 0 0,21 0 492,-18 1 0,0 1-492,14-1 492,-34 2 0,-2 1-492,31 0 492,-35-2 0,1 1-492,44 0 492,-24-2 0,3 0-492,35 1 0,-51 1 701,66 1 283,-44 3 0,36-3 983,-72 16 0,16-3 0,4 4-948,-31 4-35,86-19 983,-56 6 0,60-10 0,-41 0-625,27-2-358,-20 0 0,25 0 0,-29 0 0,39 0 0,-49 0 0,43 0 983,-15 0 0,-25 0 0,45 0 0,-65 0 0,72 0 0,-71 0-97,66 0-886,-80 0 0,47 0 0,-7 0 0,-4 0 0,51 0 0,-46 0 0,45 0 0,-22 0 0,12 0 0,-6 0 0,-5 3 0,4-1 0,-16 1 0,26-3 0,-63 0 0,50 0 0,-57-3 0,61 1-984,-41-3 0,56 3 0,-46-5 0,24 0 0,-4 3 0,-32-13 104,55 15-104,-31-9 782,38 11 202,3 0 0,-6-3-136,6 2 136,-3-3 0,0 4 0,2 0 0,-5-3 0,2 3 0,1-8 0,0 7 0,1-1 0,-2-2 0,0 3 0,-2-2 0,-51-7 0,40 8-984,-88-14 0,93 11 484,-91-6 500,90 7 0,-47 1 0,59 3 309,-51 0-309,38 0-984,-82 0 0,81 0 1967,-47 0 0,62 3 0,-11-2 0,12 6 0,-1-7-449,-6 7 449,7-4 0,-4 4 0,1 0 0,-2 2 0,2-2 0,-10 6-97,9-7-886,-2 6 0,32-5 0,-10-2 0,18 2 0,-20-7 0,0 4 0,74 3 0,-41 1 0,41-1 0,3 0 0,-31 3 0,41-3 0,-11-3 0,-3-1 0,-1-2-246,-3-1 0,25-1 0,5-1 0,-15 0-246,13-1 0,-7-2 226,-15 1 1,5 2 0,2-3 265,21-1 0,2-1 0,-24 2 0,-16-3 0,8 4 0,28-1 0,-1 0 0,-30-1 0,-10-3 0,25 4 0,24 3 0,-24 0 0,-28-2-492,33 4 0,-4 0-492,-45 0 0,17 0 492,-2 0 0,-7 0-492,-23 0 492,40 0 0,-6 0-492,-52 0 0,31 0 0,-36 4 1967,7-3 0,-9 5 0,3-5 0,-1 5 0,2-5 0,8 2 0,-10-3 0,27 3 0,-25-2 0,28 6 0,-30-7-176,21 7-807,-21-7 0,16 4 0,-12-4 0,13 0 0,-14 0 0,18 0 0,-21 0 0,8-4 0,-16 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2:57.1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292 0 24575,'-26'11'0,"7"-3"0,7-8 0,8 3 0,-13-2 0,8 2 0,-9-3 0,0 0 0,10 0 0,-13 3 0,14-3 0,-14 6 0,13-5 0,-13 2 0,14-3 0,-11 0 0,10 0 0,-4 0 0,3 0 0,2 0 0,-5 0 0,2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3:03.9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5417 34 24575,'-27'-3'0,"6"0"0,11 3 0,4 0 0,-6 0 0,4 0 0,-4 0 0,-11-3 0,13 2 0,-31-2 0,31 3 0,-25-3 0,26 3 0,-14-3 0,15 3 0,-4 0 0,3 0 0,2 0 0,-5 3 0,5-3 0,-2 3 0,0-3 0,-1 0 0,0 0 0,1 0 0,0 0 0,-1 0 0,0 0 0,1 3 0,0-2 0,1 1 0,-3-2 0,3 3 0,-1-2 0,0 2 0,-1-3 0,0 0 0,1 0 0,0 0 0,2 3 0,-5-3 0,5 3 0,-5-3 0,5 0 0,-5 0 0,5 0 0,-5 0 0,5 0 0,-5 0 0,2 0 0,0 0 0,-5 0 0,8 0 0,-8 0 0,8 0 0,-2 0 0,0 3 0,-1-2 0,0 2 0,1-3 0,-1 0 0,-2 2 0,1-1 0,-1 2 0,6-3 0,-3 0 0,-1 0 0,0 0 0,1 0 0,0 0 0,-7 3 0,5-3 0,-12 3 0,14-3 0,-11 3 0,12-2 0,-10 2 0,11-3 0,-11 0 0,10 0 0,-12 0 0,11 0 0,-8 0 0,10 0 0,-11 0 0,10 0 0,-13 0 0,13 0 0,-6 0 0,7 0 0,-8 0 0,7 0 0,-10 0 0,11 0 0,-11 0 0,10 0 0,-9 0 0,9 0 0,-4 0 0,3 0 0,2 0 0,-5 0 0,5 0 0,-5 0 0,5 0 0,-5 0 0,5 0 0,-5 0 0,5 0 0,-5 0 0,5 0 0,-5 0 0,5 0 0,-5 0 0,5 0 0,-5 0 0,5 0 0,-5 0 0,5 0 0,-5 0 0,5 0 0,-5 0 0,5 0 0,-3 2 0,1-1 0,2 2 0,-5-3 0,5 0 0,-5 0 0,5 0 0,-5 0 0,5 0 0,-5 0 0,5 0 0,-5 0 0,5 0 0,-5 0 0,5 0 0,-5 0 0,5 0 0,-5 0 0,5 0 0,-5 0 0,5 0 0,-5 0 0,5 0 0,-5 0 0,5 0 0,-5 0 0,5 0 0,-5 0 0,5 0 0,-5 0 0,5 0 0,-5 0 0,5 0 0,-5 0 0,5 0 0,-5 0 0,5 0 0,-5 0 0,5 0 0,-5 0 0,5 0 0,-5 0 0,2 0 0,0 0 0,-8 0 0,10 0 0,-10 0 0,11 0 0,-8 0 0,8 0 0,-5 0 0,3 0 0,1 0 0,-3 0 0,3 0 0,-4 0 0,5 0 0,-5 0 0,5 0 0,-5 0 0,5 0 0,-5 0 0,5 0 0,-5 0 0,5 0 0,-5 0 0,5 0 0,-2-3 0,0 2 0,2-2 0,-5 3 0,5 0 0,-5 0 0,5 0 0,-5 0 0,5 0 0,-5 0 0,5 0 0,-5 0 0,5 0 0,-5 0 0,5 0 0,-5 0 0,5 0 0,-5 0 0,5 0 0,-5 0 0,2 0 0,0 0 0,1 0 0,0 0 0,-1 0 0,0 0 0,1 0 0,0 0 0,-1 0 0,0 0 0,1 0 0,0 0 0,-1 0 0,0 0 0,1 0 0,0 0 0,-1 0 0,-6 0 0,6 0 0,-2 0 0,5 0 0,-2 0 0,-1 0 0,0 0 0,1 0 0,0 0 0,-1 0 0,0 0 0,1 0 0,0 0 0,-1 0 0,0 0 0,1 0 0,0 0 0,-1 0 0,-3 0 0,4 0 0,-3 0 0,5-2 0,-3 1 0,1-2 0,-1 3 0,0 0 0,1 0 0,0 0 0,-1 0 0,0 0 0,-7-3 0,8 2 0,-11-1 0,12 2 0,-12-3 0,11 2 0,-6-2 0,9 3 0,-3 0 0,-1 0 0,0 0 0,1 0 0,0-3 0,2 3 0,-5-3 0,5 3 0,-8 0 0,7 0 0,-12 0 0,11 0 0,-11-3 0,12 2 0,-7-2 0,8 3 0,-5 0 0,5 0 0,-5 0 0,5 0 0,-7 0 0,6 0 0,-10 0 0,10 0 0,-9-3 0,9 3 0,-10-3 0,11 3 0,-11 0 0,10 0 0,-9 0 0,9 0 0,-10 0 0,11 0 0,-8 0 0,8 0 0,-8 0 0,7 0 0,-9 0 0,9 0 0,-10 0 0,10 0 0,-9 0 0,9 0 0,-7 0 0,8 0 0,-8 0 0,8 0 0,-8 0 0,8-3 0,-8 2 0,7-2 0,-4 3 0,3 0 0,2 0 0,-5 0 0,5 0 0,-5 0 0,5 0 0,-5 0 0,5 0 0,-5 0 0,5 0 0,-5 0 0,5 0 0,-5 0 0,5 0 0,-5 0 0,5 0 0,-5-3 0,5 3 0,-2-3 0,0 3 0,-1 0 0,0 0 0,-8 0 0,10 0 0,-7 0 0,9 0 0,-6 0 0,4 0 0,-4 0 0,3 0 0,2 0 0,-5 0 0,2 0 0,0 0 0,-10 0 0,10 0 0,-16 0 0,18 0 0,-10-3 0,11 2 0,-5-2 0,5 3 0,-5 0 0,5 0 0,-8 0 0,8 0 0,-8 0 0,8 0 0,-5 0 0,5 0 0,-5 0 0,5 0 0,-5 0 0,5 0 0,-5 0 0,5 0 0,-5 0 0,5 0 0,-5 0 0,5-2 0,-3 1 0,1-2 0,-6 3 0,4 0 0,-7 0 0,11 0 0,-8 0 0,7 0 0,-6 0 0,7 0 0,-3 0 0,1 0 0,-1 0 0,0 0 0,-2 0 0,5 0 0,-5 0 0,5 0 0,-5 0 0,5 0 0,-7 0 0,6 0 0,-4 0 0,3 0 0,2 0 0,-5 0 0,5 0 0,-5 0 0,5 0 0,-5 0 0,5 0 0,-5 0 0,5 0 0,-5 0 0,5 0 0,-5 0 0,2 0 0,0 0 0,-2 0 0,5 0 0,-8 3 0,7-2 0,-12 1 0,11-2 0,-11 0 0,12 0 0,-7 0 0,8 0 0,-2 0 0,0 3 0,2-2 0,-5 2 0,5-3 0,-5 0 0,5 0 0,-5 0 0,5 0 0,-5 0 0,5 0 0,-5 0 0,5 0 0,-5 0 0,5 0 0,-5 0 0,5 0 0,-5 0 0,5 0 0,-5 0 0,5 0 0,-5 0 0,-1 0 0,2 0 0,0 0 0,4 0 0,-2 0 0,33 0 0,-16 0 0,25 0 0,-13 2 0,-10-1 0,8 2 0,-12-3 0,0 0 0,7 3 0,-5-2 0,21 1 0,-18-2 0,38 3 0,-36-2 0,33 2 0,-36-3 0,14 3 0,-17-3 0,3 3 0,-32 0 0,15-2 0,-21 1 0,18-2 0,3 0 0,-10 0 0,8 0 0,-17 0 0,17 0 0,-17 0 0,18 0 0,-16 0 0,16 0 0,-15 0 0,14 0 0,-17 0 0,14 0 0,-18 0 0,19 0 0,-27 0 0,27 0 0,-21 0 0,24 0 0,-4 0 0,0 0 0,5 0 0,-5 0 0,-6 0 0,9 0 0,-14 0 0,15 0 0,-15 0 0,14 0 0,-20 0 0,19 0 0,-16 0 0,18 0 0,-7 0 0,9 0 0,-3 0 0,-1 0 0,0 0 0,1 0 0,0 0 0,-1 0 0,0 0 0,1 0 0,-3 0 0,4 0 0,-10 0 0,11 0 0,-8 0 0,8 0 0,-2 0 0,-1 0 0,1 0 0,-1 0 0,1 0 0,-1 0 0,1 0 0,-1-2 0,-2 1 0,5-2 0,-5 3 0,5 0 0,-11 0 0,10 0 0,-7 0 0,8 0 0,-2 0 0,-1 0 0,1 0 0,-1 0 0,4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3:13.8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5417 34 24575,'-27'-3'0,"6"0"0,11 3 0,4 0 0,-6 0 0,4 0 0,-4 0 0,-11-3 0,13 2 0,-31-2 0,31 3 0,-25-3 0,26 3 0,-14-3 0,15 3 0,-4 0 0,3 0 0,2 0 0,-5 3 0,5-3 0,-2 3 0,0-3 0,-1 0 0,0 0 0,1 0 0,0 0 0,-1 0 0,0 0 0,1 3 0,0-2 0,1 1 0,-3-2 0,3 3 0,-1-2 0,0 2 0,-1-3 0,0 0 0,1 0 0,0 0 0,2 3 0,-5-3 0,5 3 0,-5-3 0,5 0 0,-5 0 0,5 0 0,-5 0 0,5 0 0,-5 0 0,2 0 0,0 0 0,-5 0 0,8 0 0,-8 0 0,8 0 0,-2 0 0,0 3 0,-1-2 0,0 2 0,1-3 0,-1 0 0,-2 2 0,1-1 0,-1 2 0,6-3 0,-3 0 0,-1 0 0,0 0 0,1 0 0,0 0 0,-7 3 0,5-3 0,-12 3 0,14-3 0,-11 3 0,12-2 0,-10 2 0,11-3 0,-11 0 0,10 0 0,-12 0 0,11 0 0,-8 0 0,10 0 0,-11 0 0,10 0 0,-13 0 0,13 0 0,-6 0 0,7 0 0,-8 0 0,7 0 0,-10 0 0,11 0 0,-11 0 0,10 0 0,-9 0 0,9 0 0,-4 0 0,3 0 0,2 0 0,-5 0 0,5 0 0,-5 0 0,5 0 0,-5 0 0,5 0 0,-5 0 0,5 0 0,-5 0 0,5 0 0,-5 0 0,5 0 0,-5 0 0,5 0 0,-5 0 0,5 0 0,-5 0 0,5 0 0,-5 0 0,5 0 0,-5 0 0,5 0 0,-3 2 0,1-1 0,2 2 0,-5-3 0,5 0 0,-5 0 0,5 0 0,-5 0 0,5 0 0,-5 0 0,5 0 0,-5 0 0,5 0 0,-5 0 0,5 0 0,-5 0 0,5 0 0,-5 0 0,5 0 0,-5 0 0,5 0 0,-5 0 0,5 0 0,-5 0 0,5 0 0,-5 0 0,5 0 0,-5 0 0,5 0 0,-5 0 0,5 0 0,-5 0 0,5 0 0,-5 0 0,5 0 0,-5 0 0,5 0 0,-5 0 0,5 0 0,-5 0 0,5 0 0,-5 0 0,2 0 0,0 0 0,-8 0 0,10 0 0,-10 0 0,11 0 0,-8 0 0,8 0 0,-5 0 0,3 0 0,1 0 0,-3 0 0,3 0 0,-4 0 0,5 0 0,-5 0 0,5 0 0,-5 0 0,5 0 0,-5 0 0,5 0 0,-5 0 0,5 0 0,-5 0 0,5 0 0,-2-3 0,0 2 0,2-2 0,-5 3 0,5 0 0,-5 0 0,5 0 0,-5 0 0,5 0 0,-5 0 0,5 0 0,-5 0 0,5 0 0,-5 0 0,5 0 0,-5 0 0,5 0 0,-5 0 0,5 0 0,-5 0 0,2 0 0,0 0 0,1 0 0,0 0 0,-1 0 0,0 0 0,1 0 0,0 0 0,-1 0 0,0 0 0,1 0 0,0 0 0,-1 0 0,0 0 0,1 0 0,0 0 0,-1 0 0,-6 0 0,6 0 0,-2 0 0,5 0 0,-2 0 0,-1 0 0,0 0 0,1 0 0,0 0 0,-1 0 0,0 0 0,1 0 0,0 0 0,-1 0 0,0 0 0,1 0 0,0 0 0,-1 0 0,-3 0 0,4 0 0,-3 0 0,5-2 0,-3 1 0,1-2 0,-1 3 0,0 0 0,1 0 0,0 0 0,-1 0 0,0 0 0,-7-3 0,8 2 0,-11-1 0,12 2 0,-12-3 0,11 2 0,-6-2 0,9 3 0,-3 0 0,-1 0 0,0 0 0,1 0 0,0-3 0,2 3 0,-5-3 0,5 3 0,-8 0 0,7 0 0,-12 0 0,11 0 0,-11-3 0,12 2 0,-7-2 0,8 3 0,-5 0 0,5 0 0,-5 0 0,5 0 0,-7 0 0,6 0 0,-10 0 0,10 0 0,-9-3 0,9 3 0,-10-3 0,11 3 0,-11 0 0,10 0 0,-9 0 0,9 0 0,-10 0 0,11 0 0,-8 0 0,8 0 0,-8 0 0,7 0 0,-9 0 0,9 0 0,-10 0 0,10 0 0,-9 0 0,9 0 0,-7 0 0,8 0 0,-8 0 0,8 0 0,-8 0 0,8-3 0,-8 2 0,7-2 0,-4 3 0,3 0 0,2 0 0,-5 0 0,5 0 0,-5 0 0,5 0 0,-5 0 0,5 0 0,-5 0 0,5 0 0,-5 0 0,5 0 0,-5 0 0,5 0 0,-5 0 0,5 0 0,-5-3 0,5 3 0,-2-3 0,0 3 0,-1 0 0,0 0 0,-8 0 0,10 0 0,-7 0 0,9 0 0,-6 0 0,4 0 0,-4 0 0,3 0 0,2 0 0,-5 0 0,2 0 0,0 0 0,-10 0 0,10 0 0,-16 0 0,18 0 0,-10-3 0,11 2 0,-5-2 0,5 3 0,-5 0 0,5 0 0,-8 0 0,8 0 0,-8 0 0,8 0 0,-5 0 0,5 0 0,-5 0 0,5 0 0,-5 0 0,5 0 0,-5 0 0,5 0 0,-5 0 0,5 0 0,-5 0 0,5-2 0,-3 1 0,1-2 0,-6 3 0,4 0 0,-7 0 0,11 0 0,-8 0 0,7 0 0,-6 0 0,7 0 0,-3 0 0,1 0 0,-1 0 0,0 0 0,-2 0 0,5 0 0,-5 0 0,5 0 0,-5 0 0,5 0 0,-7 0 0,6 0 0,-4 0 0,3 0 0,2 0 0,-5 0 0,5 0 0,-5 0 0,5 0 0,-5 0 0,5 0 0,-5 0 0,5 0 0,-5 0 0,5 0 0,-5 0 0,2 0 0,0 0 0,-2 0 0,5 0 0,-8 3 0,7-2 0,-12 1 0,11-2 0,-11 0 0,12 0 0,-7 0 0,8 0 0,-2 0 0,0 3 0,2-2 0,-5 2 0,5-3 0,-5 0 0,5 0 0,-5 0 0,5 0 0,-5 0 0,5 0 0,-5 0 0,5 0 0,-5 0 0,5 0 0,-5 0 0,5 0 0,-5 0 0,5 0 0,-5 0 0,5 0 0,-5 0 0,-1 0 0,2 0 0,0 0 0,4 0 0,-2 0 0,33 0 0,-16 0 0,25 0 0,-13 2 0,-10-1 0,8 2 0,-12-3 0,0 0 0,7 3 0,-5-2 0,21 1 0,-18-2 0,38 3 0,-36-2 0,33 2 0,-36-3 0,14 3 0,-17-3 0,3 3 0,-32 0 0,15-2 0,-21 1 0,18-2 0,3 0 0,-10 0 0,8 0 0,-17 0 0,17 0 0,-17 0 0,18 0 0,-16 0 0,16 0 0,-15 0 0,14 0 0,-17 0 0,14 0 0,-18 0 0,19 0 0,-27 0 0,27 0 0,-21 0 0,24 0 0,-4 0 0,0 0 0,5 0 0,-5 0 0,-6 0 0,9 0 0,-14 0 0,15 0 0,-15 0 0,14 0 0,-20 0 0,19 0 0,-16 0 0,18 0 0,-7 0 0,9 0 0,-3 0 0,-1 0 0,0 0 0,1 0 0,0 0 0,-1 0 0,0 0 0,1 0 0,-3 0 0,4 0 0,-10 0 0,11 0 0,-8 0 0,8 0 0,-2 0 0,-1 0 0,1 0 0,-1 0 0,1 0 0,-1 0 0,1 0 0,-1-2 0,-2 1 0,5-2 0,-5 3 0,5 0 0,-11 0 0,10 0 0,-7 0 0,8 0 0,-2 0 0,-1 0 0,1 0 0,-1 0 0,4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2T18:13:15.5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5417 34 24575,'-27'-3'0,"6"0"0,11 3 0,4 0 0,-6 0 0,4 0 0,-4 0 0,-11-3 0,13 2 0,-31-2 0,31 3 0,-25-3 0,26 3 0,-14-3 0,15 3 0,-4 0 0,3 0 0,2 0 0,-5 3 0,5-3 0,-2 3 0,0-3 0,-1 0 0,0 0 0,1 0 0,0 0 0,-1 0 0,0 0 0,1 3 0,0-2 0,1 1 0,-3-2 0,3 3 0,-1-2 0,0 2 0,-1-3 0,0 0 0,1 0 0,0 0 0,2 3 0,-5-3 0,5 3 0,-5-3 0,5 0 0,-5 0 0,5 0 0,-5 0 0,5 0 0,-5 0 0,2 0 0,0 0 0,-5 0 0,8 0 0,-8 0 0,8 0 0,-2 0 0,0 3 0,-1-2 0,0 2 0,1-3 0,-1 0 0,-2 2 0,1-1 0,-1 2 0,6-3 0,-3 0 0,-1 0 0,0 0 0,1 0 0,0 0 0,-7 3 0,5-3 0,-12 3 0,14-3 0,-11 3 0,12-2 0,-10 2 0,11-3 0,-11 0 0,10 0 0,-12 0 0,11 0 0,-8 0 0,10 0 0,-11 0 0,10 0 0,-13 0 0,13 0 0,-6 0 0,7 0 0,-8 0 0,7 0 0,-10 0 0,11 0 0,-11 0 0,10 0 0,-9 0 0,9 0 0,-4 0 0,3 0 0,2 0 0,-5 0 0,5 0 0,-5 0 0,5 0 0,-5 0 0,5 0 0,-5 0 0,5 0 0,-5 0 0,5 0 0,-5 0 0,5 0 0,-5 0 0,5 0 0,-5 0 0,5 0 0,-5 0 0,5 0 0,-5 0 0,5 0 0,-5 0 0,5 0 0,-3 2 0,1-1 0,2 2 0,-5-3 0,5 0 0,-5 0 0,5 0 0,-5 0 0,5 0 0,-5 0 0,5 0 0,-5 0 0,5 0 0,-5 0 0,5 0 0,-5 0 0,5 0 0,-5 0 0,5 0 0,-5 0 0,5 0 0,-5 0 0,5 0 0,-5 0 0,5 0 0,-5 0 0,5 0 0,-5 0 0,5 0 0,-5 0 0,5 0 0,-5 0 0,5 0 0,-5 0 0,5 0 0,-5 0 0,5 0 0,-5 0 0,5 0 0,-5 0 0,5 0 0,-5 0 0,2 0 0,0 0 0,-8 0 0,10 0 0,-10 0 0,11 0 0,-8 0 0,8 0 0,-5 0 0,3 0 0,1 0 0,-3 0 0,3 0 0,-4 0 0,5 0 0,-5 0 0,5 0 0,-5 0 0,5 0 0,-5 0 0,5 0 0,-5 0 0,5 0 0,-5 0 0,5 0 0,-2-3 0,0 2 0,2-2 0,-5 3 0,5 0 0,-5 0 0,5 0 0,-5 0 0,5 0 0,-5 0 0,5 0 0,-5 0 0,5 0 0,-5 0 0,5 0 0,-5 0 0,5 0 0,-5 0 0,5 0 0,-5 0 0,2 0 0,0 0 0,1 0 0,0 0 0,-1 0 0,0 0 0,1 0 0,0 0 0,-1 0 0,0 0 0,1 0 0,0 0 0,-1 0 0,0 0 0,1 0 0,0 0 0,-1 0 0,-6 0 0,6 0 0,-2 0 0,5 0 0,-2 0 0,-1 0 0,0 0 0,1 0 0,0 0 0,-1 0 0,0 0 0,1 0 0,0 0 0,-1 0 0,0 0 0,1 0 0,0 0 0,-1 0 0,-3 0 0,4 0 0,-3 0 0,5-2 0,-3 1 0,1-2 0,-1 3 0,0 0 0,1 0 0,0 0 0,-1 0 0,0 0 0,-7-3 0,8 2 0,-11-1 0,12 2 0,-12-3 0,11 2 0,-6-2 0,9 3 0,-3 0 0,-1 0 0,0 0 0,1 0 0,0-3 0,2 3 0,-5-3 0,5 3 0,-8 0 0,7 0 0,-12 0 0,11 0 0,-11-3 0,12 2 0,-7-2 0,8 3 0,-5 0 0,5 0 0,-5 0 0,5 0 0,-7 0 0,6 0 0,-10 0 0,10 0 0,-9-3 0,9 3 0,-10-3 0,11 3 0,-11 0 0,10 0 0,-9 0 0,9 0 0,-10 0 0,11 0 0,-8 0 0,8 0 0,-8 0 0,7 0 0,-9 0 0,9 0 0,-10 0 0,10 0 0,-9 0 0,9 0 0,-7 0 0,8 0 0,-8 0 0,8 0 0,-8 0 0,8-3 0,-8 2 0,7-2 0,-4 3 0,3 0 0,2 0 0,-5 0 0,5 0 0,-5 0 0,5 0 0,-5 0 0,5 0 0,-5 0 0,5 0 0,-5 0 0,5 0 0,-5 0 0,5 0 0,-5 0 0,5 0 0,-5-3 0,5 3 0,-2-3 0,0 3 0,-1 0 0,0 0 0,-8 0 0,10 0 0,-7 0 0,9 0 0,-6 0 0,4 0 0,-4 0 0,3 0 0,2 0 0,-5 0 0,2 0 0,0 0 0,-10 0 0,10 0 0,-16 0 0,18 0 0,-10-3 0,11 2 0,-5-2 0,5 3 0,-5 0 0,5 0 0,-8 0 0,8 0 0,-8 0 0,8 0 0,-5 0 0,5 0 0,-5 0 0,5 0 0,-5 0 0,5 0 0,-5 0 0,5 0 0,-5 0 0,5 0 0,-5 0 0,5-2 0,-3 1 0,1-2 0,-6 3 0,4 0 0,-7 0 0,11 0 0,-8 0 0,7 0 0,-6 0 0,7 0 0,-3 0 0,1 0 0,-1 0 0,0 0 0,-2 0 0,5 0 0,-5 0 0,5 0 0,-5 0 0,5 0 0,-7 0 0,6 0 0,-4 0 0,3 0 0,2 0 0,-5 0 0,5 0 0,-5 0 0,5 0 0,-5 0 0,5 0 0,-5 0 0,5 0 0,-5 0 0,5 0 0,-5 0 0,2 0 0,0 0 0,-2 0 0,5 0 0,-8 3 0,7-2 0,-12 1 0,11-2 0,-11 0 0,12 0 0,-7 0 0,8 0 0,-2 0 0,0 3 0,2-2 0,-5 2 0,5-3 0,-5 0 0,5 0 0,-5 0 0,5 0 0,-5 0 0,5 0 0,-5 0 0,5 0 0,-5 0 0,5 0 0,-5 0 0,5 0 0,-5 0 0,5 0 0,-5 0 0,5 0 0,-5 0 0,-1 0 0,2 0 0,0 0 0,4 0 0,-2 0 0,33 0 0,-16 0 0,25 0 0,-13 2 0,-10-1 0,8 2 0,-12-3 0,0 0 0,7 3 0,-5-2 0,21 1 0,-18-2 0,38 3 0,-36-2 0,33 2 0,-36-3 0,14 3 0,-17-3 0,3 3 0,-32 0 0,15-2 0,-21 1 0,18-2 0,3 0 0,-10 0 0,8 0 0,-17 0 0,17 0 0,-17 0 0,18 0 0,-16 0 0,16 0 0,-15 0 0,14 0 0,-17 0 0,14 0 0,-18 0 0,19 0 0,-27 0 0,27 0 0,-21 0 0,24 0 0,-4 0 0,0 0 0,5 0 0,-5 0 0,-6 0 0,9 0 0,-14 0 0,15 0 0,-15 0 0,14 0 0,-20 0 0,19 0 0,-16 0 0,18 0 0,-7 0 0,9 0 0,-3 0 0,-1 0 0,0 0 0,1 0 0,0 0 0,-1 0 0,0 0 0,1 0 0,-3 0 0,4 0 0,-10 0 0,11 0 0,-8 0 0,8 0 0,-2 0 0,-1 0 0,1 0 0,-1 0 0,1 0 0,-1 0 0,1 0 0,-1-2 0,-2 1 0,5-2 0,-5 3 0,5 0 0,-11 0 0,10 0 0,-7 0 0,8 0 0,-2 0 0,-1 0 0,1 0 0,-1 0 0,4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C6369-51CA-9542-AF9A-0DEB256A3A07}" type="datetimeFigureOut">
              <a:rPr kumimoji="1" lang="ko-KR" altLang="en-US" smtClean="0"/>
              <a:t>2023. 10. 13.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BA13B-A12B-B34D-BA12-FD612874394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5107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BA13B-A12B-B34D-BA12-FD612874394A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53052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BA13B-A12B-B34D-BA12-FD612874394A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5794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BA13B-A12B-B34D-BA12-FD612874394A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8425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D90640-7EB0-BE1D-FA8A-7A3A60D87864}"/>
              </a:ext>
            </a:extLst>
          </p:cNvPr>
          <p:cNvSpPr txBox="1"/>
          <p:nvPr userDrawn="1"/>
        </p:nvSpPr>
        <p:spPr>
          <a:xfrm>
            <a:off x="9998245" y="650166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F2C22-DEEE-DF47-BCD8-064DF7EBD8C8}" type="datetime1">
              <a:rPr lang="ko-KR" altLang="en-US" smtClean="0"/>
              <a:t>2023. 10. 13.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1 / 31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5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D90640-7EB0-BE1D-FA8A-7A3A60D87864}"/>
              </a:ext>
            </a:extLst>
          </p:cNvPr>
          <p:cNvSpPr txBox="1"/>
          <p:nvPr userDrawn="1"/>
        </p:nvSpPr>
        <p:spPr>
          <a:xfrm>
            <a:off x="9982200" y="650166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4A116-64F5-D843-9F28-E677B81A1A1C}" type="datetime1">
              <a:rPr lang="ko-KR" altLang="en-US" smtClean="0"/>
              <a:t>2023. 10. 13.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1 / 31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57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A1902-5E0F-4C85-6B9B-CFB8C95C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24FC5-232C-D503-51B2-2388BA704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67C67-55AD-BA6E-8404-A37284FE8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6482D-1B84-CB42-B611-7D4AA99BDD31}" type="datetime1">
              <a:rPr lang="ko-KR" altLang="en-US" smtClean="0"/>
              <a:t>2023. 10. 13.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47630-7AE5-2706-2404-F94D6A4CF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1 / 31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A98C0-863E-3233-E6CC-C61C5150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66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8.png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4.xml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0" Type="http://schemas.openxmlformats.org/officeDocument/2006/relationships/customXml" Target="../ink/ink16.xml"/><Relationship Id="rId4" Type="http://schemas.openxmlformats.org/officeDocument/2006/relationships/customXml" Target="../ink/ink13.xml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9.xml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0" Type="http://schemas.openxmlformats.org/officeDocument/2006/relationships/customXml" Target="../ink/ink21.xml"/><Relationship Id="rId4" Type="http://schemas.openxmlformats.org/officeDocument/2006/relationships/customXml" Target="../ink/ink18.xml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4.xml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0" Type="http://schemas.openxmlformats.org/officeDocument/2006/relationships/customXml" Target="../ink/ink26.xml"/><Relationship Id="rId4" Type="http://schemas.openxmlformats.org/officeDocument/2006/relationships/customXml" Target="../ink/ink23.xml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customXml" Target="../ink/ink27.xml"/><Relationship Id="rId7" Type="http://schemas.openxmlformats.org/officeDocument/2006/relationships/customXml" Target="../ink/ink29.xml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customXml" Target="../ink/ink31.xml"/><Relationship Id="rId5" Type="http://schemas.openxmlformats.org/officeDocument/2006/relationships/customXml" Target="../ink/ink28.xml"/><Relationship Id="rId10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customXml" Target="../ink/ink3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0.png"/><Relationship Id="rId4" Type="http://schemas.openxmlformats.org/officeDocument/2006/relationships/customXml" Target="../ink/ink3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.xml"/><Relationship Id="rId13" Type="http://schemas.openxmlformats.org/officeDocument/2006/relationships/image" Target="../media/image31.png"/><Relationship Id="rId3" Type="http://schemas.openxmlformats.org/officeDocument/2006/relationships/customXml" Target="../ink/ink35.xml"/><Relationship Id="rId7" Type="http://schemas.openxmlformats.org/officeDocument/2006/relationships/customXml" Target="../ink/ink37.xml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29.png"/><Relationship Id="rId5" Type="http://schemas.openxmlformats.org/officeDocument/2006/relationships/customXml" Target="../ink/ink36.xml"/><Relationship Id="rId10" Type="http://schemas.openxmlformats.org/officeDocument/2006/relationships/image" Target="../media/image28.png"/><Relationship Id="rId4" Type="http://schemas.openxmlformats.org/officeDocument/2006/relationships/image" Target="../media/image26.png"/><Relationship Id="rId9" Type="http://schemas.openxmlformats.org/officeDocument/2006/relationships/customXml" Target="../ink/ink3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0.png"/><Relationship Id="rId4" Type="http://schemas.openxmlformats.org/officeDocument/2006/relationships/customXml" Target="../ink/ink4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6.xml"/><Relationship Id="rId3" Type="http://schemas.openxmlformats.org/officeDocument/2006/relationships/image" Target="../media/image26.png"/><Relationship Id="rId7" Type="http://schemas.openxmlformats.org/officeDocument/2006/relationships/customXml" Target="../ink/ink45.xml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4.xml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0" Type="http://schemas.openxmlformats.org/officeDocument/2006/relationships/image" Target="../media/image34.png"/><Relationship Id="rId4" Type="http://schemas.openxmlformats.org/officeDocument/2006/relationships/customXml" Target="../ink/ink43.xml"/><Relationship Id="rId9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customXml" Target="../ink/ink47.xml"/><Relationship Id="rId4" Type="http://schemas.openxmlformats.org/officeDocument/2006/relationships/image" Target="../media/image3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customXml" Target="../ink/ink48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52.xml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customXml" Target="../ink/ink4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1.xml"/><Relationship Id="rId5" Type="http://schemas.openxmlformats.org/officeDocument/2006/relationships/image" Target="../media/image42.png"/><Relationship Id="rId10" Type="http://schemas.openxmlformats.org/officeDocument/2006/relationships/image" Target="../media/image45.png"/><Relationship Id="rId4" Type="http://schemas.openxmlformats.org/officeDocument/2006/relationships/customXml" Target="../ink/ink50.xml"/><Relationship Id="rId9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6.xml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12" Type="http://schemas.microsoft.com/office/2007/relationships/hdphoto" Target="../media/hdphoto1.wdp"/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5.xml"/><Relationship Id="rId11" Type="http://schemas.openxmlformats.org/officeDocument/2006/relationships/image" Target="../media/image47.png"/><Relationship Id="rId5" Type="http://schemas.openxmlformats.org/officeDocument/2006/relationships/image" Target="../media/image42.png"/><Relationship Id="rId10" Type="http://schemas.openxmlformats.org/officeDocument/2006/relationships/image" Target="../media/image46.png"/><Relationship Id="rId4" Type="http://schemas.openxmlformats.org/officeDocument/2006/relationships/customXml" Target="../ink/ink54.xml"/><Relationship Id="rId9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9.xml"/><Relationship Id="rId5" Type="http://schemas.openxmlformats.org/officeDocument/2006/relationships/image" Target="../media/image49.png"/><Relationship Id="rId4" Type="http://schemas.openxmlformats.org/officeDocument/2006/relationships/customXml" Target="../ink/ink5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7" Type="http://schemas.openxmlformats.org/officeDocument/2006/relationships/image" Target="../media/image51.png"/><Relationship Id="rId2" Type="http://schemas.openxmlformats.org/officeDocument/2006/relationships/customXml" Target="../ink/ink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customXml" Target="../ink/ink6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customXml" Target="../ink/ink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3.xml"/><Relationship Id="rId7" Type="http://schemas.openxmlformats.org/officeDocument/2006/relationships/image" Target="../media/image58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jFnhy04ytVY?feature=oembed" TargetMode="External"/><Relationship Id="rId6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4.xml"/><Relationship Id="rId7" Type="http://schemas.openxmlformats.org/officeDocument/2006/relationships/image" Target="../media/image59.pn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uwI3_jWvNSw?feature=oembed" TargetMode="External"/><Relationship Id="rId6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3" Type="http://schemas.openxmlformats.org/officeDocument/2006/relationships/customXml" Target="../ink/ink65.xml"/><Relationship Id="rId7" Type="http://schemas.openxmlformats.org/officeDocument/2006/relationships/customXml" Target="../ink/ink6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66.xml"/><Relationship Id="rId4" Type="http://schemas.openxmlformats.org/officeDocument/2006/relationships/image" Target="../media/image5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customXml" Target="../ink/ink6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customXml" Target="../ink/ink6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customXml" Target="../ink/ink7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0.png"/><Relationship Id="rId4" Type="http://schemas.openxmlformats.org/officeDocument/2006/relationships/customXml" Target="../ink/ink7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customXml" Target="../ink/ink7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customXml" Target="../ink/ink7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7B231717-E5BD-7266-CFE9-55F500FA5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554" y="-24795"/>
            <a:ext cx="5123445" cy="31073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956878-ABEC-AF9A-D2CE-3CA826B6E387}"/>
              </a:ext>
            </a:extLst>
          </p:cNvPr>
          <p:cNvSpPr txBox="1"/>
          <p:nvPr/>
        </p:nvSpPr>
        <p:spPr>
          <a:xfrm>
            <a:off x="0" y="2579327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b="1" spc="-15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     영문이 </a:t>
            </a:r>
            <a:r>
              <a:rPr lang="ko-KR" altLang="en-US" sz="6600" b="1" spc="-15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몇개고</a:t>
            </a:r>
            <a:r>
              <a:rPr lang="ko-KR" altLang="en-US" sz="6600" b="1" spc="-15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6600" b="1" spc="-15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r>
              <a:rPr lang="ko-KR" altLang="en-US" sz="6600" b="1" spc="-15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en-US" altLang="ko-KR" sz="6600" b="1" spc="-15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A083F78-7EAC-088E-92A6-2CCA7C19FAAA}"/>
              </a:ext>
            </a:extLst>
          </p:cNvPr>
          <p:cNvCxnSpPr>
            <a:cxnSpLocks/>
          </p:cNvCxnSpPr>
          <p:nvPr/>
        </p:nvCxnSpPr>
        <p:spPr>
          <a:xfrm>
            <a:off x="2777835" y="3687323"/>
            <a:ext cx="6636328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591FD112-DAEA-D21B-D3DB-85192391D911}"/>
                  </a:ext>
                </a:extLst>
              </p14:cNvPr>
              <p14:cNvContentPartPr/>
              <p14:nvPr/>
            </p14:nvContentPartPr>
            <p14:xfrm>
              <a:off x="10119502" y="6635062"/>
              <a:ext cx="1892880" cy="6732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591FD112-DAEA-D21B-D3DB-85192391D9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56862" y="6572062"/>
                <a:ext cx="201852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02A5706B-C19D-7219-5D8E-DA81BA622B52}"/>
                  </a:ext>
                </a:extLst>
              </p14:cNvPr>
              <p14:cNvContentPartPr/>
              <p14:nvPr/>
            </p14:nvContentPartPr>
            <p14:xfrm>
              <a:off x="10698022" y="6549022"/>
              <a:ext cx="1125720" cy="3528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02A5706B-C19D-7219-5D8E-DA81BA622B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35022" y="6486382"/>
                <a:ext cx="1251360" cy="16092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A0D6E91-E219-DEFE-B95A-1E2EBFB63410}"/>
              </a:ext>
            </a:extLst>
          </p:cNvPr>
          <p:cNvSpPr txBox="1"/>
          <p:nvPr/>
        </p:nvSpPr>
        <p:spPr>
          <a:xfrm>
            <a:off x="1866507" y="3738083"/>
            <a:ext cx="12191999" cy="30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전과자 목록 </a:t>
            </a:r>
            <a:r>
              <a:rPr lang="en-US" altLang="ko-KR" sz="1400" dirty="0">
                <a:solidFill>
                  <a:schemeClr val="bg1"/>
                </a:solidFill>
              </a:rPr>
              <a:t>:</a:t>
            </a:r>
            <a:r>
              <a:rPr lang="ko-KR" altLang="en-US" sz="1400" dirty="0">
                <a:solidFill>
                  <a:schemeClr val="bg1"/>
                </a:solidFill>
              </a:rPr>
              <a:t> 김성민 </a:t>
            </a:r>
            <a:r>
              <a:rPr lang="en-US" altLang="ko-KR" sz="1400" dirty="0">
                <a:solidFill>
                  <a:schemeClr val="bg1"/>
                </a:solidFill>
              </a:rPr>
              <a:t>,</a:t>
            </a:r>
            <a:r>
              <a:rPr lang="ko-KR" altLang="en-US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</a:rPr>
              <a:t>김가율</a:t>
            </a:r>
            <a:r>
              <a:rPr lang="ko-KR" altLang="en-US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>
                <a:solidFill>
                  <a:schemeClr val="bg1"/>
                </a:solidFill>
              </a:rPr>
              <a:t>,</a:t>
            </a:r>
            <a:r>
              <a:rPr lang="ko-KR" altLang="en-US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</a:rPr>
              <a:t>김성도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23B9D7-0303-0C6F-BA82-76E80D660756}"/>
              </a:ext>
            </a:extLst>
          </p:cNvPr>
          <p:cNvSpPr txBox="1"/>
          <p:nvPr/>
        </p:nvSpPr>
        <p:spPr>
          <a:xfrm>
            <a:off x="2394409" y="3905086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spc="-15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 이름 </a:t>
            </a:r>
            <a:r>
              <a:rPr lang="en-US" altLang="ko-KR" sz="2400" spc="-15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r>
              <a:rPr lang="ko-KR" altLang="en-US" sz="2400" spc="-15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전과자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DFD90DB-ED1A-E520-C573-A3E0A18B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62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>
            <a:extLst>
              <a:ext uri="{FF2B5EF4-FFF2-40B4-BE49-F238E27FC236}">
                <a16:creationId xmlns:a16="http://schemas.microsoft.com/office/drawing/2014/main" id="{582C3C81-DAEE-6557-EE73-8CCACC42A4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5816338" y="211457"/>
            <a:ext cx="6381952" cy="6655970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748DE9C-B5AD-BAA4-4EBD-53FA1916E9A2}"/>
              </a:ext>
            </a:extLst>
          </p:cNvPr>
          <p:cNvSpPr txBox="1"/>
          <p:nvPr/>
        </p:nvSpPr>
        <p:spPr>
          <a:xfrm>
            <a:off x="1721863" y="2749956"/>
            <a:ext cx="35859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0" b="1" dirty="0">
                <a:latin typeface="Gungsuh" panose="02030600000101010101" pitchFamily="18" charset="-127"/>
                <a:ea typeface="Gungsuh" panose="02030600000101010101" pitchFamily="18" charset="-127"/>
              </a:rPr>
              <a:t>LIST</a:t>
            </a:r>
            <a:endParaRPr lang="ko-KR" altLang="en-US" sz="7000" b="1" dirty="0"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03E8D3-6997-AE51-F733-ACC43E9DE56D}"/>
              </a:ext>
            </a:extLst>
          </p:cNvPr>
          <p:cNvSpPr txBox="1"/>
          <p:nvPr/>
        </p:nvSpPr>
        <p:spPr>
          <a:xfrm>
            <a:off x="7013010" y="1533482"/>
            <a:ext cx="3145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 sz="1800" b="1" dirty="0">
              <a:solidFill>
                <a:schemeClr val="accent1"/>
              </a:solidFill>
            </a:endParaRPr>
          </a:p>
          <a:p>
            <a:endParaRPr lang="en-US" altLang="ko-KR" sz="1800" b="1" dirty="0">
              <a:solidFill>
                <a:schemeClr val="accent1"/>
              </a:solidFill>
            </a:endParaRPr>
          </a:p>
          <a:p>
            <a:endParaRPr lang="en-US" altLang="ko-KR" sz="1800" b="1" dirty="0">
              <a:solidFill>
                <a:schemeClr val="accent1"/>
              </a:solidFill>
            </a:endParaRPr>
          </a:p>
          <a:p>
            <a:endParaRPr lang="en-US" altLang="ko-KR" sz="1800" b="1" dirty="0">
              <a:solidFill>
                <a:schemeClr val="accent1"/>
              </a:solidFill>
            </a:endParaRPr>
          </a:p>
          <a:p>
            <a:endParaRPr lang="en-US" altLang="ko-KR" sz="1800" b="1" dirty="0">
              <a:solidFill>
                <a:schemeClr val="accent1"/>
              </a:solidFill>
            </a:endParaRPr>
          </a:p>
          <a:p>
            <a:endParaRPr lang="en-US" altLang="ko-KR" sz="1800" b="1" dirty="0">
              <a:solidFill>
                <a:schemeClr val="accent1"/>
              </a:solidFill>
            </a:endParaRPr>
          </a:p>
          <a:p>
            <a:endParaRPr lang="en-US" altLang="ko-KR" sz="1800" b="1" dirty="0">
              <a:solidFill>
                <a:schemeClr val="accent1"/>
              </a:solidFill>
            </a:endParaRPr>
          </a:p>
          <a:p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786450-90FA-502A-F621-FE7E5F7417EB}"/>
              </a:ext>
            </a:extLst>
          </p:cNvPr>
          <p:cNvSpPr txBox="1"/>
          <p:nvPr/>
        </p:nvSpPr>
        <p:spPr>
          <a:xfrm>
            <a:off x="6472107" y="986818"/>
            <a:ext cx="493413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endParaRPr kumimoji="1"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r>
              <a:rPr kumimoji="1" lang="en-US" altLang="ko-K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1</a:t>
            </a:r>
            <a:r>
              <a:rPr kumimoji="1"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개발 환경 </a:t>
            </a:r>
            <a:endParaRPr kumimoji="1"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endParaRPr kumimoji="1"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r>
              <a:rPr kumimoji="1" lang="en-US" altLang="ko-K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2</a:t>
            </a:r>
            <a:r>
              <a:rPr kumimoji="1"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개발 일정</a:t>
            </a:r>
            <a:endParaRPr kumimoji="1"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endParaRPr kumimoji="1"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r>
              <a:rPr kumimoji="1" lang="en-US" altLang="ko-K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3</a:t>
            </a:r>
            <a:r>
              <a:rPr kumimoji="1"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요구 사항</a:t>
            </a:r>
            <a:endParaRPr kumimoji="1"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endParaRPr kumimoji="1"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r>
              <a:rPr kumimoji="1" lang="en-US" altLang="ko-K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4</a:t>
            </a:r>
            <a:r>
              <a:rPr kumimoji="1"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구성도</a:t>
            </a:r>
            <a:endParaRPr kumimoji="1"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endParaRPr kumimoji="1"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r>
              <a:rPr kumimoji="1" lang="en-US" altLang="ko-K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5</a:t>
            </a:r>
            <a:r>
              <a:rPr kumimoji="1"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구현</a:t>
            </a:r>
            <a:endParaRPr kumimoji="1"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endParaRPr kumimoji="1"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r>
              <a:rPr kumimoji="1" lang="en-US" altLang="ko-K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6</a:t>
            </a:r>
            <a:r>
              <a:rPr kumimoji="1"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미제 사건</a:t>
            </a:r>
            <a:endParaRPr kumimoji="1"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endParaRPr kumimoji="1"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r>
              <a:rPr kumimoji="1" lang="en-US" altLang="ko-K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7</a:t>
            </a:r>
            <a:r>
              <a:rPr kumimoji="1"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수사 후기</a:t>
            </a:r>
            <a:endParaRPr kumimoji="1"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4A7CFC-45D8-0C6D-81DA-539E6CDFD458}"/>
              </a:ext>
            </a:extLst>
          </p:cNvPr>
          <p:cNvSpPr txBox="1"/>
          <p:nvPr/>
        </p:nvSpPr>
        <p:spPr>
          <a:xfrm>
            <a:off x="5218771" y="512956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DBA957-290C-46EE-64D6-70336532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314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1AAE43FF-D35B-0F01-EEAB-5DE43A4741D0}"/>
                  </a:ext>
                </a:extLst>
              </p14:cNvPr>
              <p14:cNvContentPartPr/>
              <p14:nvPr/>
            </p14:nvContentPartPr>
            <p14:xfrm>
              <a:off x="10100776" y="6615249"/>
              <a:ext cx="1964880" cy="5364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1AAE43FF-D35B-0F01-EEAB-5DE43A4741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38136" y="6552249"/>
                <a:ext cx="2090520" cy="179280"/>
              </a:xfrm>
              <a:prstGeom prst="rect">
                <a:avLst/>
              </a:prstGeom>
            </p:spPr>
          </p:pic>
        </mc:Fallback>
      </mc:AlternateContent>
      <p:pic>
        <p:nvPicPr>
          <p:cNvPr id="1030" name="Picture 6" descr="솔직히 한컴타자연습 어떤 버전 쓰셨습니까 ㅎㅎㅎ">
            <a:extLst>
              <a:ext uri="{FF2B5EF4-FFF2-40B4-BE49-F238E27FC236}">
                <a16:creationId xmlns:a16="http://schemas.microsoft.com/office/drawing/2014/main" id="{56EC4443-F8BA-B72E-EF22-B26B5D34B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2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5C1ACF7-8A35-25CF-FF70-3E0814963361}"/>
              </a:ext>
            </a:extLst>
          </p:cNvPr>
          <p:cNvCxnSpPr/>
          <p:nvPr/>
        </p:nvCxnSpPr>
        <p:spPr>
          <a:xfrm>
            <a:off x="0" y="417253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68BDFDEA-2A55-402D-6599-C07C84E494E6}"/>
              </a:ext>
            </a:extLst>
          </p:cNvPr>
          <p:cNvSpPr/>
          <p:nvPr/>
        </p:nvSpPr>
        <p:spPr>
          <a:xfrm>
            <a:off x="818148" y="2788480"/>
            <a:ext cx="2695073" cy="269507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001C1F6-1EBD-E5CE-94C9-5878C1918FEC}"/>
              </a:ext>
            </a:extLst>
          </p:cNvPr>
          <p:cNvSpPr/>
          <p:nvPr/>
        </p:nvSpPr>
        <p:spPr>
          <a:xfrm>
            <a:off x="8678779" y="2788480"/>
            <a:ext cx="2695073" cy="269507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8E857DD-B7DA-4C94-4B41-487CC595ADF3}"/>
              </a:ext>
            </a:extLst>
          </p:cNvPr>
          <p:cNvSpPr/>
          <p:nvPr/>
        </p:nvSpPr>
        <p:spPr>
          <a:xfrm>
            <a:off x="4756485" y="2788479"/>
            <a:ext cx="2695073" cy="269507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FB81F6-76A1-1777-8953-CB7B9A32A7A3}"/>
              </a:ext>
            </a:extLst>
          </p:cNvPr>
          <p:cNvSpPr txBox="1"/>
          <p:nvPr/>
        </p:nvSpPr>
        <p:spPr>
          <a:xfrm flipH="1">
            <a:off x="285896" y="377849"/>
            <a:ext cx="4873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|</a:t>
            </a:r>
            <a:r>
              <a:rPr lang="ko-KR" altLang="en-US" sz="2800" b="1" spc="-3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 전과자들의  개발 목표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44080C-AE31-0B6A-5362-529043FB2DAB}"/>
              </a:ext>
            </a:extLst>
          </p:cNvPr>
          <p:cNvSpPr txBox="1"/>
          <p:nvPr/>
        </p:nvSpPr>
        <p:spPr>
          <a:xfrm>
            <a:off x="699292" y="3597406"/>
            <a:ext cx="2829972" cy="1077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accent1">
                    <a:lumMod val="50000"/>
                  </a:schemeClr>
                </a:solidFill>
              </a:rPr>
              <a:t>신속한</a:t>
            </a:r>
            <a:endParaRPr lang="en-US" altLang="ko-KR" sz="32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ko-KR" altLang="en-US" sz="3200" b="1" dirty="0">
                <a:solidFill>
                  <a:schemeClr val="accent1">
                    <a:lumMod val="50000"/>
                  </a:schemeClr>
                </a:solidFill>
              </a:rPr>
              <a:t>개발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3DC3D5-AD91-D8AB-C428-25FDAE44CB12}"/>
              </a:ext>
            </a:extLst>
          </p:cNvPr>
          <p:cNvSpPr txBox="1"/>
          <p:nvPr/>
        </p:nvSpPr>
        <p:spPr>
          <a:xfrm>
            <a:off x="4635885" y="3652826"/>
            <a:ext cx="2975650" cy="1077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accent1">
                    <a:lumMod val="50000"/>
                  </a:schemeClr>
                </a:solidFill>
              </a:rPr>
              <a:t>팀원과의</a:t>
            </a:r>
            <a:endParaRPr lang="en-US" altLang="ko-KR" sz="32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ko-KR" altLang="en-US" sz="3200" b="1" dirty="0">
                <a:solidFill>
                  <a:schemeClr val="accent1">
                    <a:lumMod val="50000"/>
                  </a:schemeClr>
                </a:solidFill>
              </a:rPr>
              <a:t>의사소통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E54AF5-E257-82CE-23EB-3A7247442C43}"/>
              </a:ext>
            </a:extLst>
          </p:cNvPr>
          <p:cNvSpPr txBox="1"/>
          <p:nvPr/>
        </p:nvSpPr>
        <p:spPr>
          <a:xfrm>
            <a:off x="8689879" y="3672323"/>
            <a:ext cx="2739393" cy="1077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accent1">
                    <a:lumMod val="50000"/>
                  </a:schemeClr>
                </a:solidFill>
              </a:rPr>
              <a:t>유지보수</a:t>
            </a:r>
            <a:endParaRPr lang="en-US" altLang="ko-KR" sz="32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ko-KR" altLang="en-US" sz="3200" b="1" dirty="0">
                <a:solidFill>
                  <a:schemeClr val="accent1">
                    <a:lumMod val="50000"/>
                  </a:schemeClr>
                </a:solidFill>
              </a:rPr>
              <a:t>유연함</a:t>
            </a:r>
            <a:endParaRPr lang="en-US" altLang="ko-KR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D103B43-DA23-2561-4F36-0A415D88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70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43020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259398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>
                  <a:solidFill>
                    <a:schemeClr val="bg1"/>
                  </a:solidFill>
                  <a:latin typeface="+mn-ea"/>
                </a:rPr>
                <a:t>개발 환경</a:t>
              </a: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C0FE47E1-0A50-460C-E75C-2754D076E97B}"/>
                  </a:ext>
                </a:extLst>
              </p14:cNvPr>
              <p14:cNvContentPartPr/>
              <p14:nvPr/>
            </p14:nvContentPartPr>
            <p14:xfrm>
              <a:off x="13157542" y="5603302"/>
              <a:ext cx="7200" cy="2376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C0FE47E1-0A50-460C-E75C-2754D076E9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94542" y="5540662"/>
                <a:ext cx="132840" cy="14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그룹 14">
            <a:extLst>
              <a:ext uri="{FF2B5EF4-FFF2-40B4-BE49-F238E27FC236}">
                <a16:creationId xmlns:a16="http://schemas.microsoft.com/office/drawing/2014/main" id="{3E5D0F7A-9336-11CF-E8CE-3A1B52D206A2}"/>
              </a:ext>
            </a:extLst>
          </p:cNvPr>
          <p:cNvGrpSpPr/>
          <p:nvPr/>
        </p:nvGrpSpPr>
        <p:grpSpPr>
          <a:xfrm>
            <a:off x="10070902" y="6567742"/>
            <a:ext cx="1968120" cy="100080"/>
            <a:chOff x="10070902" y="6567742"/>
            <a:chExt cx="1968120" cy="10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8B89EC8A-4DEE-0ED1-FB19-9E99E6B34BFC}"/>
                    </a:ext>
                  </a:extLst>
                </p14:cNvPr>
                <p14:cNvContentPartPr/>
                <p14:nvPr/>
              </p14:nvContentPartPr>
              <p14:xfrm>
                <a:off x="10070902" y="6567742"/>
                <a:ext cx="1947240" cy="1000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8B89EC8A-4DEE-0ED1-FB19-9E99E6B34BF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07902" y="6504742"/>
                  <a:ext cx="20728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9141DD7E-9F27-BDC7-E3F5-A06B67982513}"/>
                    </a:ext>
                  </a:extLst>
                </p14:cNvPr>
                <p14:cNvContentPartPr/>
                <p14:nvPr/>
              </p14:nvContentPartPr>
              <p14:xfrm>
                <a:off x="12038662" y="6618142"/>
                <a:ext cx="360" cy="36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9141DD7E-9F27-BDC7-E3F5-A06B6798251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76022" y="655514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24EAEE7F-D181-0286-80C3-C6DB3C5123B9}"/>
                  </a:ext>
                </a:extLst>
              </p14:cNvPr>
              <p14:cNvContentPartPr/>
              <p14:nvPr/>
            </p14:nvContentPartPr>
            <p14:xfrm>
              <a:off x="12727342" y="5138542"/>
              <a:ext cx="360" cy="36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24EAEE7F-D181-0286-80C3-C6DB3C5123B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664342" y="5075902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E7091C-AD6E-A947-96BE-7D0E81978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445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13B2B03-9958-7080-A8FA-B021EDFEB92B}"/>
              </a:ext>
            </a:extLst>
          </p:cNvPr>
          <p:cNvSpPr/>
          <p:nvPr/>
        </p:nvSpPr>
        <p:spPr>
          <a:xfrm>
            <a:off x="2991654" y="780323"/>
            <a:ext cx="5839327" cy="2020407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AAE5F6-97C6-5768-5372-CE3519C249BD}"/>
              </a:ext>
            </a:extLst>
          </p:cNvPr>
          <p:cNvSpPr/>
          <p:nvPr/>
        </p:nvSpPr>
        <p:spPr>
          <a:xfrm>
            <a:off x="2998788" y="4297822"/>
            <a:ext cx="5839327" cy="2020407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B0FA2DB-04BD-3FA3-A21A-F8E8709A8DA7}"/>
              </a:ext>
            </a:extLst>
          </p:cNvPr>
          <p:cNvSpPr/>
          <p:nvPr/>
        </p:nvSpPr>
        <p:spPr>
          <a:xfrm>
            <a:off x="2991654" y="3337963"/>
            <a:ext cx="5839327" cy="877954"/>
          </a:xfrm>
          <a:prstGeom prst="roundRect">
            <a:avLst>
              <a:gd name="adj" fmla="val 48203"/>
            </a:avLst>
          </a:prstGeom>
          <a:solidFill>
            <a:schemeClr val="accent2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6E3A30-AC1B-F0AA-579F-425170F442B5}"/>
              </a:ext>
            </a:extLst>
          </p:cNvPr>
          <p:cNvSpPr txBox="1"/>
          <p:nvPr/>
        </p:nvSpPr>
        <p:spPr>
          <a:xfrm flipH="1">
            <a:off x="5403965" y="2605136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B70242-DC28-DD32-4A7C-757FF2917D8B}"/>
              </a:ext>
            </a:extLst>
          </p:cNvPr>
          <p:cNvSpPr txBox="1"/>
          <p:nvPr/>
        </p:nvSpPr>
        <p:spPr>
          <a:xfrm flipH="1">
            <a:off x="3481872" y="3483660"/>
            <a:ext cx="4873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spc="-300" dirty="0">
                <a:solidFill>
                  <a:schemeClr val="bg1"/>
                </a:solidFill>
                <a:latin typeface="+mn-ea"/>
              </a:rPr>
              <a:t>T</a:t>
            </a:r>
            <a:r>
              <a:rPr lang="ko-KR" altLang="en-US" sz="3200" b="1" spc="-3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3200" b="1" spc="-300" dirty="0">
                <a:solidFill>
                  <a:schemeClr val="bg1"/>
                </a:solidFill>
                <a:latin typeface="+mn-ea"/>
              </a:rPr>
              <a:t>O</a:t>
            </a:r>
            <a:r>
              <a:rPr lang="ko-KR" altLang="en-US" sz="3200" b="1" spc="-3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3200" b="1" spc="-300" dirty="0">
                <a:solidFill>
                  <a:schemeClr val="bg1"/>
                </a:solidFill>
                <a:latin typeface="+mn-ea"/>
              </a:rPr>
              <a:t>O</a:t>
            </a:r>
            <a:r>
              <a:rPr lang="ko-KR" altLang="en-US" sz="3200" b="1" spc="-3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3200" b="1" spc="-300" dirty="0">
                <a:solidFill>
                  <a:schemeClr val="bg1"/>
                </a:solidFill>
                <a:latin typeface="+mn-ea"/>
              </a:rPr>
              <a:t>L</a:t>
            </a:r>
            <a:endParaRPr lang="ko-KR" altLang="en-US" sz="3200" b="1" spc="-3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3F2EE1-E72C-4DD3-0605-83467FBC130B}"/>
              </a:ext>
            </a:extLst>
          </p:cNvPr>
          <p:cNvCxnSpPr>
            <a:cxnSpLocks/>
          </p:cNvCxnSpPr>
          <p:nvPr/>
        </p:nvCxnSpPr>
        <p:spPr>
          <a:xfrm flipV="1">
            <a:off x="5990849" y="2800730"/>
            <a:ext cx="0" cy="628270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FA96696-4197-AB01-41F5-C2A0B82632DA}"/>
              </a:ext>
            </a:extLst>
          </p:cNvPr>
          <p:cNvCxnSpPr>
            <a:cxnSpLocks/>
          </p:cNvCxnSpPr>
          <p:nvPr/>
        </p:nvCxnSpPr>
        <p:spPr>
          <a:xfrm>
            <a:off x="6078833" y="2800730"/>
            <a:ext cx="0" cy="537233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68F6F237-7A6C-E795-AD3F-AB33FDB05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95276" y="807359"/>
            <a:ext cx="3046113" cy="1966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E57F92C-FD52-99B6-8701-EE98D40AC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62197" y="4340766"/>
            <a:ext cx="3512401" cy="1951334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B12485-4B13-FB13-357A-E9E7E264926F}"/>
              </a:ext>
            </a:extLst>
          </p:cNvPr>
          <p:cNvSpPr txBox="1"/>
          <p:nvPr/>
        </p:nvSpPr>
        <p:spPr>
          <a:xfrm>
            <a:off x="150897" y="278054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Part 1</a:t>
            </a:r>
            <a:r>
              <a:rPr lang="ko-KR" altLang="en-US" sz="1600" b="1" dirty="0"/>
              <a:t> 개발 환경</a:t>
            </a:r>
          </a:p>
        </p:txBody>
      </p:sp>
      <p:cxnSp>
        <p:nvCxnSpPr>
          <p:cNvPr id="9" name="직선 연결선 2">
            <a:extLst>
              <a:ext uri="{FF2B5EF4-FFF2-40B4-BE49-F238E27FC236}">
                <a16:creationId xmlns:a16="http://schemas.microsoft.com/office/drawing/2014/main" id="{66D2A950-BC67-A408-7312-ACC27C52CFD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987B3A4D-9292-0E71-11B1-A71FB68D7FF8}"/>
                  </a:ext>
                </a:extLst>
              </p14:cNvPr>
              <p14:cNvContentPartPr/>
              <p14:nvPr/>
            </p14:nvContentPartPr>
            <p14:xfrm>
              <a:off x="10109776" y="6625689"/>
              <a:ext cx="1931040" cy="1224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987B3A4D-9292-0E71-11B1-A71FB68D7F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46776" y="6563049"/>
                <a:ext cx="2056680" cy="13788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C8E4A-EAF1-2FFE-389A-2E319DF9B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97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78286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259398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>
                  <a:solidFill>
                    <a:schemeClr val="bg1"/>
                  </a:solidFill>
                  <a:latin typeface="+mn-ea"/>
                </a:rPr>
                <a:t>개발 일정</a:t>
              </a: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41060828-40D1-58CB-D526-9781836A2D28}"/>
                  </a:ext>
                </a:extLst>
              </p14:cNvPr>
              <p14:cNvContentPartPr/>
              <p14:nvPr/>
            </p14:nvContentPartPr>
            <p14:xfrm>
              <a:off x="10056502" y="6544342"/>
              <a:ext cx="1948320" cy="10764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41060828-40D1-58CB-D526-9781836A2D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93502" y="6481342"/>
                <a:ext cx="2073960" cy="2332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20FFE6A-B245-6703-92F3-A912D4E19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164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1766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Part 2</a:t>
            </a:r>
            <a:r>
              <a:rPr lang="ko-KR" altLang="en-US" sz="1600" b="1" dirty="0"/>
              <a:t> 개발 일정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12C0AA0-E39E-C775-D534-63FAF80A8183}"/>
              </a:ext>
            </a:extLst>
          </p:cNvPr>
          <p:cNvCxnSpPr/>
          <p:nvPr/>
        </p:nvCxnSpPr>
        <p:spPr>
          <a:xfrm>
            <a:off x="66000" y="1715619"/>
            <a:ext cx="12060000" cy="0"/>
          </a:xfrm>
          <a:prstGeom prst="line">
            <a:avLst/>
          </a:prstGeom>
          <a:ln w="317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타원 70">
            <a:extLst>
              <a:ext uri="{FF2B5EF4-FFF2-40B4-BE49-F238E27FC236}">
                <a16:creationId xmlns:a16="http://schemas.microsoft.com/office/drawing/2014/main" id="{C4382689-6EFB-FCC8-1407-0515916A420C}"/>
              </a:ext>
            </a:extLst>
          </p:cNvPr>
          <p:cNvSpPr/>
          <p:nvPr/>
        </p:nvSpPr>
        <p:spPr>
          <a:xfrm>
            <a:off x="2475356" y="1504549"/>
            <a:ext cx="422140" cy="4221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776E812C-C2D0-A183-41A6-189DB6A97DFB}"/>
              </a:ext>
            </a:extLst>
          </p:cNvPr>
          <p:cNvSpPr/>
          <p:nvPr/>
        </p:nvSpPr>
        <p:spPr>
          <a:xfrm>
            <a:off x="5828282" y="1504549"/>
            <a:ext cx="422140" cy="4221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EDF1627-60BA-7769-CB37-2504E92BFF37}"/>
              </a:ext>
            </a:extLst>
          </p:cNvPr>
          <p:cNvSpPr/>
          <p:nvPr/>
        </p:nvSpPr>
        <p:spPr>
          <a:xfrm>
            <a:off x="9181208" y="1504549"/>
            <a:ext cx="422140" cy="4221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89C49DF-4760-2A33-8D51-3B1293ECF355}"/>
              </a:ext>
            </a:extLst>
          </p:cNvPr>
          <p:cNvSpPr txBox="1"/>
          <p:nvPr/>
        </p:nvSpPr>
        <p:spPr>
          <a:xfrm>
            <a:off x="9018998" y="2117457"/>
            <a:ext cx="752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</a:rPr>
              <a:t>10/13</a:t>
            </a:r>
            <a:endParaRPr lang="ko-KR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3C68272-3D14-2B82-8675-51FB731C84C0}"/>
              </a:ext>
            </a:extLst>
          </p:cNvPr>
          <p:cNvSpPr txBox="1"/>
          <p:nvPr/>
        </p:nvSpPr>
        <p:spPr>
          <a:xfrm>
            <a:off x="5671638" y="2136119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</a:rPr>
              <a:t>10/12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7B36451-58DE-E428-E1DA-D2309FB2D62B}"/>
              </a:ext>
            </a:extLst>
          </p:cNvPr>
          <p:cNvSpPr txBox="1"/>
          <p:nvPr/>
        </p:nvSpPr>
        <p:spPr>
          <a:xfrm>
            <a:off x="2324277" y="2134479"/>
            <a:ext cx="752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</a:rPr>
              <a:t>10/11</a:t>
            </a:r>
            <a:endParaRPr lang="ko-KR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F329D2E2-01FA-F308-CCA2-7F531FD1ECEF}"/>
              </a:ext>
            </a:extLst>
          </p:cNvPr>
          <p:cNvGrpSpPr/>
          <p:nvPr/>
        </p:nvGrpSpPr>
        <p:grpSpPr>
          <a:xfrm>
            <a:off x="1422428" y="2724831"/>
            <a:ext cx="2541913" cy="3241671"/>
            <a:chOff x="409227" y="4325656"/>
            <a:chExt cx="1521227" cy="1070055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1FB3DD9-AEED-8198-7C0F-AF0A29049AC1}"/>
                </a:ext>
              </a:extLst>
            </p:cNvPr>
            <p:cNvSpPr txBox="1"/>
            <p:nvPr/>
          </p:nvSpPr>
          <p:spPr>
            <a:xfrm>
              <a:off x="409227" y="4683358"/>
              <a:ext cx="1512899" cy="7123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요구사항 분석</a:t>
              </a:r>
              <a:endParaRPr lang="en-US" altLang="ko-KR" sz="1600" dirty="0">
                <a:solidFill>
                  <a:schemeClr val="tx2">
                    <a:lumMod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algn="ctr"/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요구 사항 설계</a:t>
              </a:r>
              <a:endParaRPr lang="en-US" altLang="ko-KR" sz="1600" dirty="0">
                <a:solidFill>
                  <a:schemeClr val="tx2">
                    <a:lumMod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algn="ctr"/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클래스 및 메소드 구성</a:t>
              </a:r>
              <a:endParaRPr lang="en-US" altLang="ko-KR" sz="1600" dirty="0">
                <a:solidFill>
                  <a:schemeClr val="tx2">
                    <a:lumMod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algn="ctr"/>
              <a:r>
                <a:rPr lang="ko-KR" altLang="en-US" sz="1600" dirty="0" err="1">
                  <a:solidFill>
                    <a:schemeClr val="tx2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메소드별</a:t>
              </a: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 구현</a:t>
              </a:r>
              <a:endParaRPr lang="en-US" altLang="ko-KR" sz="1600" dirty="0">
                <a:solidFill>
                  <a:schemeClr val="tx2">
                    <a:lumMod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algn="ctr"/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메소드 모듈 테스트</a:t>
              </a:r>
              <a:endParaRPr lang="en-US" altLang="ko-KR" sz="1600" dirty="0">
                <a:solidFill>
                  <a:schemeClr val="tx2">
                    <a:lumMod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228600" indent="-228600" algn="ctr">
                <a:buAutoNum type="arabicPeriod"/>
              </a:pPr>
              <a:endParaRPr lang="ko-KR" altLang="en-US" sz="1600" dirty="0">
                <a:solidFill>
                  <a:schemeClr val="tx2">
                    <a:lumMod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241005E-2225-D804-984D-FB96F4157067}"/>
                </a:ext>
              </a:extLst>
            </p:cNvPr>
            <p:cNvSpPr txBox="1"/>
            <p:nvPr/>
          </p:nvSpPr>
          <p:spPr>
            <a:xfrm>
              <a:off x="417555" y="4325656"/>
              <a:ext cx="1512899" cy="181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b="1" spc="-150" dirty="0">
                  <a:solidFill>
                    <a:schemeClr val="accent1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프로젝트 회의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1417A25-A11E-3095-E60C-3C1C669B7701}"/>
              </a:ext>
            </a:extLst>
          </p:cNvPr>
          <p:cNvGrpSpPr/>
          <p:nvPr/>
        </p:nvGrpSpPr>
        <p:grpSpPr>
          <a:xfrm>
            <a:off x="4087368" y="2733090"/>
            <a:ext cx="3858767" cy="2425772"/>
            <a:chOff x="409227" y="4325656"/>
            <a:chExt cx="1521227" cy="80976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DAA48D-464A-8AD0-2FFE-1CE6FE3516AF}"/>
                </a:ext>
              </a:extLst>
            </p:cNvPr>
            <p:cNvSpPr txBox="1"/>
            <p:nvPr/>
          </p:nvSpPr>
          <p:spPr>
            <a:xfrm>
              <a:off x="409227" y="4683358"/>
              <a:ext cx="1512899" cy="4520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tx2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Emoji </a:t>
              </a: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출력 시 한번에 출력</a:t>
              </a:r>
              <a:endParaRPr lang="en-US" altLang="ko-KR" sz="1600" dirty="0">
                <a:solidFill>
                  <a:schemeClr val="tx2">
                    <a:lumMod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algn="ctr"/>
              <a:r>
                <a:rPr lang="en-US" altLang="ko-KR" sz="1600" dirty="0">
                  <a:solidFill>
                    <a:schemeClr val="tx2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(</a:t>
              </a: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시간차를 주어 순차적 처리</a:t>
              </a:r>
              <a:r>
                <a:rPr lang="en-US" altLang="ko-KR" sz="1600" dirty="0">
                  <a:solidFill>
                    <a:schemeClr val="tx2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)</a:t>
              </a:r>
            </a:p>
            <a:p>
              <a:pPr algn="ctr"/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템플릿 스테이지 별 단어 추가</a:t>
              </a:r>
              <a:endParaRPr lang="en-US" altLang="ko-KR" sz="1600" dirty="0">
                <a:solidFill>
                  <a:schemeClr val="tx2">
                    <a:lumMod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algn="ctr"/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게임 </a:t>
              </a:r>
              <a:r>
                <a:rPr lang="ko-KR" altLang="en-US" sz="1600" dirty="0" err="1">
                  <a:solidFill>
                    <a:schemeClr val="tx2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오버시</a:t>
              </a: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 오답 노트 기능 추가</a:t>
              </a:r>
              <a:endParaRPr lang="en-US" altLang="ko-KR" sz="1600" dirty="0">
                <a:solidFill>
                  <a:schemeClr val="tx2">
                    <a:lumMod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algn="ctr"/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메소드 별 기능 동작 테스트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01E3E9-9805-B6C4-A733-984676124A66}"/>
                </a:ext>
              </a:extLst>
            </p:cNvPr>
            <p:cNvSpPr txBox="1"/>
            <p:nvPr/>
          </p:nvSpPr>
          <p:spPr>
            <a:xfrm>
              <a:off x="417555" y="4325656"/>
              <a:ext cx="1512899" cy="1335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b="1" spc="-150" dirty="0">
                  <a:solidFill>
                    <a:schemeClr val="accent1">
                      <a:lumMod val="5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수정 및 아이디어 회의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ADFA6F3-3DFD-B1DA-FDF2-0B4BE1BBD91C}"/>
              </a:ext>
            </a:extLst>
          </p:cNvPr>
          <p:cNvSpPr txBox="1"/>
          <p:nvPr/>
        </p:nvSpPr>
        <p:spPr>
          <a:xfrm>
            <a:off x="8090287" y="3761114"/>
            <a:ext cx="2527997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발표 자료 작성 및 재검토</a:t>
            </a:r>
            <a:endParaRPr lang="en-US" altLang="ko-KR" sz="1600" dirty="0">
              <a:solidFill>
                <a:schemeClr val="tx2">
                  <a:lumMod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endParaRPr lang="en-US" altLang="ko-KR" sz="1600" dirty="0">
              <a:solidFill>
                <a:schemeClr val="tx2">
                  <a:lumMod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228600" indent="-228600" algn="ctr">
              <a:buAutoNum type="arabicPeriod"/>
            </a:pPr>
            <a:endParaRPr lang="ko-KR" altLang="en-US" sz="1600" dirty="0">
              <a:solidFill>
                <a:schemeClr val="tx2">
                  <a:lumMod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99A553-F418-A2CD-2EF6-F8C925FA0E51}"/>
              </a:ext>
            </a:extLst>
          </p:cNvPr>
          <p:cNvSpPr txBox="1"/>
          <p:nvPr/>
        </p:nvSpPr>
        <p:spPr>
          <a:xfrm>
            <a:off x="8104203" y="2677476"/>
            <a:ext cx="252799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spc="-150" dirty="0">
                <a:solidFill>
                  <a:schemeClr val="accent1">
                    <a:lumMod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발표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704ABA73-386E-C055-D029-9F2A5AF6E463}"/>
                  </a:ext>
                </a:extLst>
              </p14:cNvPr>
              <p14:cNvContentPartPr/>
              <p14:nvPr/>
            </p14:nvContentPartPr>
            <p14:xfrm>
              <a:off x="10179216" y="6577272"/>
              <a:ext cx="1872000" cy="5688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704ABA73-386E-C055-D029-9F2A5AF6E4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16576" y="6514632"/>
                <a:ext cx="1997640" cy="1825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5F5D1F-A275-9486-BC0F-701DEAC5E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753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3" grpId="0" animBg="1"/>
      <p:bldP spid="7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854995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259398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>
                  <a:solidFill>
                    <a:schemeClr val="bg1"/>
                  </a:solidFill>
                  <a:latin typeface="+mn-ea"/>
                </a:rPr>
                <a:t>요구 사항</a:t>
              </a: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9B5CAB2D-8543-0AF7-C15C-4D9A0EC30498}"/>
                  </a:ext>
                </a:extLst>
              </p14:cNvPr>
              <p14:cNvContentPartPr/>
              <p14:nvPr/>
            </p14:nvContentPartPr>
            <p14:xfrm>
              <a:off x="10121662" y="6572062"/>
              <a:ext cx="1892520" cy="12744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9B5CAB2D-8543-0AF7-C15C-4D9A0EC304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58662" y="6509062"/>
                <a:ext cx="2018160" cy="2530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A4BC06D-E5FA-36EA-E57D-860B08E79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252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1599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3</a:t>
            </a:r>
            <a:r>
              <a:rPr lang="ko-KR" altLang="en-US" sz="1600" b="1" dirty="0"/>
              <a:t> 요구 사항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7">
            <a:extLst>
              <a:ext uri="{FF2B5EF4-FFF2-40B4-BE49-F238E27FC236}">
                <a16:creationId xmlns:a16="http://schemas.microsoft.com/office/drawing/2014/main" id="{EE901189-A3F0-994A-EDA1-98BFBC2BB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73032"/>
              </p:ext>
            </p:extLst>
          </p:nvPr>
        </p:nvGraphicFramePr>
        <p:xfrm>
          <a:off x="539496" y="868685"/>
          <a:ext cx="11192125" cy="5418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059">
                  <a:extLst>
                    <a:ext uri="{9D8B030D-6E8A-4147-A177-3AD203B41FA5}">
                      <a16:colId xmlns:a16="http://schemas.microsoft.com/office/drawing/2014/main" val="388326904"/>
                    </a:ext>
                  </a:extLst>
                </a:gridCol>
                <a:gridCol w="8682066">
                  <a:extLst>
                    <a:ext uri="{9D8B030D-6E8A-4147-A177-3AD203B41FA5}">
                      <a16:colId xmlns:a16="http://schemas.microsoft.com/office/drawing/2014/main" val="1172355626"/>
                    </a:ext>
                  </a:extLst>
                </a:gridCol>
                <a:gridCol w="1589000">
                  <a:extLst>
                    <a:ext uri="{9D8B030D-6E8A-4147-A177-3AD203B41FA5}">
                      <a16:colId xmlns:a16="http://schemas.microsoft.com/office/drawing/2014/main" val="1740353052"/>
                    </a:ext>
                  </a:extLst>
                </a:gridCol>
              </a:tblGrid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List</a:t>
                      </a:r>
                      <a:endParaRPr lang="ko-KR" altLang="en-US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내용</a:t>
                      </a:r>
                      <a:endParaRPr lang="en-US" altLang="ko-KR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담당자</a:t>
                      </a:r>
                      <a:endParaRPr lang="en-US" altLang="ko-KR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097032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프로그램 시작 시 게임 규칙이 먼저 출력된다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김가율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122558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Enter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를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입력 받으면 게임이 시작 된다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김가율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26794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처음 시작 할 때 갖고 있는 하트 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갯수는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총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개 이다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김성민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682185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4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Stage1 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부터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시작하고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Stage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는 총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개로 구성된다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김성민</a:t>
                      </a:r>
                      <a:endParaRPr lang="en-US" altLang="ko-KR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342245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Stage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별 문제가 랜덤으로 출력 된다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김성민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23775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821E43A0-4215-583F-6283-E18A73F25514}"/>
              </a:ext>
            </a:extLst>
          </p:cNvPr>
          <p:cNvGrpSpPr/>
          <p:nvPr/>
        </p:nvGrpSpPr>
        <p:grpSpPr>
          <a:xfrm>
            <a:off x="10096816" y="6571689"/>
            <a:ext cx="1920960" cy="62280"/>
            <a:chOff x="10096816" y="6571689"/>
            <a:chExt cx="1920960" cy="6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D42E30BB-E80B-DB77-6FEE-6095D0D9724E}"/>
                    </a:ext>
                  </a:extLst>
                </p14:cNvPr>
                <p14:cNvContentPartPr/>
                <p14:nvPr/>
              </p14:nvContentPartPr>
              <p14:xfrm>
                <a:off x="10096816" y="6571689"/>
                <a:ext cx="81720" cy="97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D42E30BB-E80B-DB77-6FEE-6095D0D9724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34176" y="6509049"/>
                  <a:ext cx="2073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ADBC15D0-27E2-6285-79B9-6633A88EF2F4}"/>
                    </a:ext>
                  </a:extLst>
                </p14:cNvPr>
                <p14:cNvContentPartPr/>
                <p14:nvPr/>
              </p14:nvContentPartPr>
              <p14:xfrm>
                <a:off x="10109416" y="6587529"/>
                <a:ext cx="480600" cy="97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ADBC15D0-27E2-6285-79B9-6633A88EF2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46776" y="6524529"/>
                  <a:ext cx="6062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2FA126B-D6B7-FA0F-34ED-8A0EF657B4A5}"/>
                    </a:ext>
                  </a:extLst>
                </p14:cNvPr>
                <p14:cNvContentPartPr/>
                <p14:nvPr/>
              </p14:nvContentPartPr>
              <p14:xfrm>
                <a:off x="10459696" y="6591849"/>
                <a:ext cx="94320" cy="144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2FA126B-D6B7-FA0F-34ED-8A0EF657B4A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96696" y="6528849"/>
                  <a:ext cx="2199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0D8BA402-10B0-B31F-A290-2A33D629A53D}"/>
                    </a:ext>
                  </a:extLst>
                </p14:cNvPr>
                <p14:cNvContentPartPr/>
                <p14:nvPr/>
              </p14:nvContentPartPr>
              <p14:xfrm>
                <a:off x="10349176" y="6603369"/>
                <a:ext cx="78120" cy="50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0D8BA402-10B0-B31F-A290-2A33D629A53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286536" y="6540369"/>
                  <a:ext cx="2037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D1E6B76A-955B-5D2D-DA2B-E4A264108FEA}"/>
                    </a:ext>
                  </a:extLst>
                </p14:cNvPr>
                <p14:cNvContentPartPr/>
                <p14:nvPr/>
              </p14:nvContentPartPr>
              <p14:xfrm>
                <a:off x="10507216" y="6604089"/>
                <a:ext cx="1510560" cy="2988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D1E6B76A-955B-5D2D-DA2B-E4A264108F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444576" y="6541449"/>
                  <a:ext cx="1636200" cy="155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958D88-B837-2ADF-051D-57247857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036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1599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3</a:t>
            </a:r>
            <a:r>
              <a:rPr lang="ko-KR" altLang="en-US" sz="1600" b="1" dirty="0"/>
              <a:t> 요구 사항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7">
            <a:extLst>
              <a:ext uri="{FF2B5EF4-FFF2-40B4-BE49-F238E27FC236}">
                <a16:creationId xmlns:a16="http://schemas.microsoft.com/office/drawing/2014/main" id="{EE901189-A3F0-994A-EDA1-98BFBC2BB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487153"/>
              </p:ext>
            </p:extLst>
          </p:nvPr>
        </p:nvGraphicFramePr>
        <p:xfrm>
          <a:off x="539496" y="868685"/>
          <a:ext cx="11192125" cy="5418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059">
                  <a:extLst>
                    <a:ext uri="{9D8B030D-6E8A-4147-A177-3AD203B41FA5}">
                      <a16:colId xmlns:a16="http://schemas.microsoft.com/office/drawing/2014/main" val="388326904"/>
                    </a:ext>
                  </a:extLst>
                </a:gridCol>
                <a:gridCol w="8682066">
                  <a:extLst>
                    <a:ext uri="{9D8B030D-6E8A-4147-A177-3AD203B41FA5}">
                      <a16:colId xmlns:a16="http://schemas.microsoft.com/office/drawing/2014/main" val="1172355626"/>
                    </a:ext>
                  </a:extLst>
                </a:gridCol>
                <a:gridCol w="1589000">
                  <a:extLst>
                    <a:ext uri="{9D8B030D-6E8A-4147-A177-3AD203B41FA5}">
                      <a16:colId xmlns:a16="http://schemas.microsoft.com/office/drawing/2014/main" val="1740353052"/>
                    </a:ext>
                  </a:extLst>
                </a:gridCol>
              </a:tblGrid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List</a:t>
                      </a:r>
                      <a:endParaRPr lang="ko-KR" altLang="en-US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내용</a:t>
                      </a:r>
                      <a:endParaRPr lang="en-US" altLang="ko-KR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담당자</a:t>
                      </a:r>
                      <a:endParaRPr lang="en-US" altLang="ko-KR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097032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사용자에게 랜덤 문자열 출력을 보여준다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김성민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122558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사용자는 출력된 단어에 따라 키보드로 입력한다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김성민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26794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사용자가 입력한 문자는 대소문자를 구분 하지 않고 비교한다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김가율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682185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4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정답일 경우 총 정답 개수와 연속 정답 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갯수가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증가한다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김성민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342245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번 연속 정답일 경우 다음 스테이지로 이동되며 </a:t>
                      </a:r>
                      <a:endParaRPr lang="en-US" altLang="ko-KR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이모지와 잔여 하트를 출력한다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김가율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23775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821E43A0-4215-583F-6283-E18A73F25514}"/>
              </a:ext>
            </a:extLst>
          </p:cNvPr>
          <p:cNvGrpSpPr/>
          <p:nvPr/>
        </p:nvGrpSpPr>
        <p:grpSpPr>
          <a:xfrm>
            <a:off x="10096816" y="6571689"/>
            <a:ext cx="1920960" cy="62280"/>
            <a:chOff x="10096816" y="6571689"/>
            <a:chExt cx="1920960" cy="6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D42E30BB-E80B-DB77-6FEE-6095D0D9724E}"/>
                    </a:ext>
                  </a:extLst>
                </p14:cNvPr>
                <p14:cNvContentPartPr/>
                <p14:nvPr/>
              </p14:nvContentPartPr>
              <p14:xfrm>
                <a:off x="10096816" y="6571689"/>
                <a:ext cx="81720" cy="97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D42E30BB-E80B-DB77-6FEE-6095D0D9724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33537" y="6506266"/>
                  <a:ext cx="207916" cy="1401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ADBC15D0-27E2-6285-79B9-6633A88EF2F4}"/>
                    </a:ext>
                  </a:extLst>
                </p14:cNvPr>
                <p14:cNvContentPartPr/>
                <p14:nvPr/>
              </p14:nvContentPartPr>
              <p14:xfrm>
                <a:off x="10109416" y="6587529"/>
                <a:ext cx="480600" cy="97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ADBC15D0-27E2-6285-79B9-6633A88EF2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46416" y="6524529"/>
                  <a:ext cx="6062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2FA126B-D6B7-FA0F-34ED-8A0EF657B4A5}"/>
                    </a:ext>
                  </a:extLst>
                </p14:cNvPr>
                <p14:cNvContentPartPr/>
                <p14:nvPr/>
              </p14:nvContentPartPr>
              <p14:xfrm>
                <a:off x="10459696" y="6591849"/>
                <a:ext cx="94320" cy="144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2FA126B-D6B7-FA0F-34ED-8A0EF657B4A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96936" y="6528849"/>
                  <a:ext cx="219482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0D8BA402-10B0-B31F-A290-2A33D629A53D}"/>
                    </a:ext>
                  </a:extLst>
                </p14:cNvPr>
                <p14:cNvContentPartPr/>
                <p14:nvPr/>
              </p14:nvContentPartPr>
              <p14:xfrm>
                <a:off x="10349176" y="6603369"/>
                <a:ext cx="78120" cy="50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0D8BA402-10B0-B31F-A290-2A33D629A53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286176" y="6540369"/>
                  <a:ext cx="2037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D1E6B76A-955B-5D2D-DA2B-E4A264108FEA}"/>
                    </a:ext>
                  </a:extLst>
                </p14:cNvPr>
                <p14:cNvContentPartPr/>
                <p14:nvPr/>
              </p14:nvContentPartPr>
              <p14:xfrm>
                <a:off x="10507216" y="6604089"/>
                <a:ext cx="1510560" cy="2988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D1E6B76A-955B-5D2D-DA2B-E4A264108F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444216" y="6541089"/>
                  <a:ext cx="1636200" cy="155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E17CC7-00ED-F308-4FF2-D4D18822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749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1599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3</a:t>
            </a:r>
            <a:r>
              <a:rPr lang="ko-KR" altLang="en-US" sz="1600" b="1" dirty="0"/>
              <a:t> 요구 사항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7">
            <a:extLst>
              <a:ext uri="{FF2B5EF4-FFF2-40B4-BE49-F238E27FC236}">
                <a16:creationId xmlns:a16="http://schemas.microsoft.com/office/drawing/2014/main" id="{EE901189-A3F0-994A-EDA1-98BFBC2BB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95473"/>
              </p:ext>
            </p:extLst>
          </p:nvPr>
        </p:nvGraphicFramePr>
        <p:xfrm>
          <a:off x="539496" y="868685"/>
          <a:ext cx="11192125" cy="5418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059">
                  <a:extLst>
                    <a:ext uri="{9D8B030D-6E8A-4147-A177-3AD203B41FA5}">
                      <a16:colId xmlns:a16="http://schemas.microsoft.com/office/drawing/2014/main" val="388326904"/>
                    </a:ext>
                  </a:extLst>
                </a:gridCol>
                <a:gridCol w="8682066">
                  <a:extLst>
                    <a:ext uri="{9D8B030D-6E8A-4147-A177-3AD203B41FA5}">
                      <a16:colId xmlns:a16="http://schemas.microsoft.com/office/drawing/2014/main" val="1172355626"/>
                    </a:ext>
                  </a:extLst>
                </a:gridCol>
                <a:gridCol w="1589000">
                  <a:extLst>
                    <a:ext uri="{9D8B030D-6E8A-4147-A177-3AD203B41FA5}">
                      <a16:colId xmlns:a16="http://schemas.microsoft.com/office/drawing/2014/main" val="1740353052"/>
                    </a:ext>
                  </a:extLst>
                </a:gridCol>
              </a:tblGrid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List</a:t>
                      </a:r>
                      <a:endParaRPr lang="ko-KR" altLang="en-US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내용</a:t>
                      </a:r>
                      <a:endParaRPr lang="en-US" altLang="ko-KR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담당자</a:t>
                      </a:r>
                      <a:endParaRPr lang="en-US" altLang="ko-KR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097032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11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Stage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이동 시 이동된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Stage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에 맞는 문제를 랜덤으로 출력한다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김가율</a:t>
                      </a:r>
                      <a:endParaRPr lang="en-US" altLang="ko-KR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122558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12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오답인 경우 하트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개중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개가 차감되고 남은 하트 수가 표현된다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김성민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26794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13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오답인 경우 연속 정답 카운트는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으로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초기화 되고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Stage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는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로 돌아간다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김성도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682185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14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중간에 게임 종료를 희망 할 경우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exit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를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입력 했을 때 즉시 종료된다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김성도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342245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15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하트가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개 이하가 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되었을때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게임이 종료된다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김성도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23775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821E43A0-4215-583F-6283-E18A73F25514}"/>
              </a:ext>
            </a:extLst>
          </p:cNvPr>
          <p:cNvGrpSpPr/>
          <p:nvPr/>
        </p:nvGrpSpPr>
        <p:grpSpPr>
          <a:xfrm>
            <a:off x="10096816" y="6571689"/>
            <a:ext cx="1920960" cy="62280"/>
            <a:chOff x="10096816" y="6571689"/>
            <a:chExt cx="1920960" cy="6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D42E30BB-E80B-DB77-6FEE-6095D0D9724E}"/>
                    </a:ext>
                  </a:extLst>
                </p14:cNvPr>
                <p14:cNvContentPartPr/>
                <p14:nvPr/>
              </p14:nvContentPartPr>
              <p14:xfrm>
                <a:off x="10096816" y="6571689"/>
                <a:ext cx="81720" cy="97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D42E30BB-E80B-DB77-6FEE-6095D0D9724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33537" y="6506266"/>
                  <a:ext cx="207916" cy="1401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ADBC15D0-27E2-6285-79B9-6633A88EF2F4}"/>
                    </a:ext>
                  </a:extLst>
                </p14:cNvPr>
                <p14:cNvContentPartPr/>
                <p14:nvPr/>
              </p14:nvContentPartPr>
              <p14:xfrm>
                <a:off x="10109416" y="6587529"/>
                <a:ext cx="480600" cy="97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ADBC15D0-27E2-6285-79B9-6633A88EF2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46416" y="6524529"/>
                  <a:ext cx="6062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2FA126B-D6B7-FA0F-34ED-8A0EF657B4A5}"/>
                    </a:ext>
                  </a:extLst>
                </p14:cNvPr>
                <p14:cNvContentPartPr/>
                <p14:nvPr/>
              </p14:nvContentPartPr>
              <p14:xfrm>
                <a:off x="10459696" y="6591849"/>
                <a:ext cx="94320" cy="144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2FA126B-D6B7-FA0F-34ED-8A0EF657B4A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96936" y="6528849"/>
                  <a:ext cx="219482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0D8BA402-10B0-B31F-A290-2A33D629A53D}"/>
                    </a:ext>
                  </a:extLst>
                </p14:cNvPr>
                <p14:cNvContentPartPr/>
                <p14:nvPr/>
              </p14:nvContentPartPr>
              <p14:xfrm>
                <a:off x="10349176" y="6603369"/>
                <a:ext cx="78120" cy="50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0D8BA402-10B0-B31F-A290-2A33D629A53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286176" y="6540369"/>
                  <a:ext cx="2037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D1E6B76A-955B-5D2D-DA2B-E4A264108FEA}"/>
                    </a:ext>
                  </a:extLst>
                </p14:cNvPr>
                <p14:cNvContentPartPr/>
                <p14:nvPr/>
              </p14:nvContentPartPr>
              <p14:xfrm>
                <a:off x="10507216" y="6604089"/>
                <a:ext cx="1510560" cy="2988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D1E6B76A-955B-5D2D-DA2B-E4A264108F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444216" y="6541089"/>
                  <a:ext cx="1636200" cy="155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42167C-185A-235E-016B-B14BC7BD8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822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1599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3</a:t>
            </a:r>
            <a:r>
              <a:rPr lang="ko-KR" altLang="en-US" sz="1600" b="1" dirty="0"/>
              <a:t> 요구 사항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7">
            <a:extLst>
              <a:ext uri="{FF2B5EF4-FFF2-40B4-BE49-F238E27FC236}">
                <a16:creationId xmlns:a16="http://schemas.microsoft.com/office/drawing/2014/main" id="{EE901189-A3F0-994A-EDA1-98BFBC2BB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245782"/>
              </p:ext>
            </p:extLst>
          </p:nvPr>
        </p:nvGraphicFramePr>
        <p:xfrm>
          <a:off x="539496" y="868685"/>
          <a:ext cx="11192125" cy="5418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059">
                  <a:extLst>
                    <a:ext uri="{9D8B030D-6E8A-4147-A177-3AD203B41FA5}">
                      <a16:colId xmlns:a16="http://schemas.microsoft.com/office/drawing/2014/main" val="388326904"/>
                    </a:ext>
                  </a:extLst>
                </a:gridCol>
                <a:gridCol w="8682066">
                  <a:extLst>
                    <a:ext uri="{9D8B030D-6E8A-4147-A177-3AD203B41FA5}">
                      <a16:colId xmlns:a16="http://schemas.microsoft.com/office/drawing/2014/main" val="1172355626"/>
                    </a:ext>
                  </a:extLst>
                </a:gridCol>
                <a:gridCol w="1589000">
                  <a:extLst>
                    <a:ext uri="{9D8B030D-6E8A-4147-A177-3AD203B41FA5}">
                      <a16:colId xmlns:a16="http://schemas.microsoft.com/office/drawing/2014/main" val="1740353052"/>
                    </a:ext>
                  </a:extLst>
                </a:gridCol>
              </a:tblGrid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List</a:t>
                      </a:r>
                      <a:endParaRPr lang="ko-KR" altLang="en-US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내용</a:t>
                      </a:r>
                      <a:endParaRPr lang="en-US" altLang="ko-KR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담당자</a:t>
                      </a:r>
                      <a:endParaRPr lang="en-US" altLang="ko-KR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097032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16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잔여 하트 소멸 시 이대로 종료할 것인지 오답 노트 확인 후 </a:t>
                      </a:r>
                      <a:endParaRPr lang="en-US" altLang="ko-KR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재도전 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할건지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선택한다</a:t>
                      </a:r>
                      <a:endParaRPr lang="en-US" altLang="ko-KR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김가율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122558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17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재 도전 시 틀렸던 오답을 출력해주고 재 시작 한다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김성민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26794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18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잔여 하트 소멸과 중간 탈출 시에도 총 정답 개수와</a:t>
                      </a:r>
                      <a:endParaRPr lang="en-US" altLang="ko-KR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종료 시점의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Stage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를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알려준다</a:t>
                      </a:r>
                      <a:endParaRPr lang="en-US" altLang="ko-KR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김성민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682185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19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이모지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출력 시 랜덤으로 색상 표현을 한다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김가율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342245"/>
                  </a:ext>
                </a:extLst>
              </a:tr>
              <a:tr h="90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20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이모지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출력 시 순차적으로 출력한다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김성도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23775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821E43A0-4215-583F-6283-E18A73F25514}"/>
              </a:ext>
            </a:extLst>
          </p:cNvPr>
          <p:cNvGrpSpPr/>
          <p:nvPr/>
        </p:nvGrpSpPr>
        <p:grpSpPr>
          <a:xfrm>
            <a:off x="10096816" y="6571689"/>
            <a:ext cx="1920960" cy="62280"/>
            <a:chOff x="10096816" y="6571689"/>
            <a:chExt cx="1920960" cy="6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D42E30BB-E80B-DB77-6FEE-6095D0D9724E}"/>
                    </a:ext>
                  </a:extLst>
                </p14:cNvPr>
                <p14:cNvContentPartPr/>
                <p14:nvPr/>
              </p14:nvContentPartPr>
              <p14:xfrm>
                <a:off x="10096816" y="6571689"/>
                <a:ext cx="81720" cy="97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D42E30BB-E80B-DB77-6FEE-6095D0D9724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033537" y="6506266"/>
                  <a:ext cx="207916" cy="1401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ADBC15D0-27E2-6285-79B9-6633A88EF2F4}"/>
                    </a:ext>
                  </a:extLst>
                </p14:cNvPr>
                <p14:cNvContentPartPr/>
                <p14:nvPr/>
              </p14:nvContentPartPr>
              <p14:xfrm>
                <a:off x="10109416" y="6587529"/>
                <a:ext cx="480600" cy="97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ADBC15D0-27E2-6285-79B9-6633A88EF2F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046416" y="6524529"/>
                  <a:ext cx="6062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2FA126B-D6B7-FA0F-34ED-8A0EF657B4A5}"/>
                    </a:ext>
                  </a:extLst>
                </p14:cNvPr>
                <p14:cNvContentPartPr/>
                <p14:nvPr/>
              </p14:nvContentPartPr>
              <p14:xfrm>
                <a:off x="10459696" y="6591849"/>
                <a:ext cx="94320" cy="144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2FA126B-D6B7-FA0F-34ED-8A0EF657B4A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96936" y="6528849"/>
                  <a:ext cx="219482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0D8BA402-10B0-B31F-A290-2A33D629A53D}"/>
                    </a:ext>
                  </a:extLst>
                </p14:cNvPr>
                <p14:cNvContentPartPr/>
                <p14:nvPr/>
              </p14:nvContentPartPr>
              <p14:xfrm>
                <a:off x="10349176" y="6603369"/>
                <a:ext cx="78120" cy="50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0D8BA402-10B0-B31F-A290-2A33D629A53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286176" y="6540369"/>
                  <a:ext cx="2037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D1E6B76A-955B-5D2D-DA2B-E4A264108FEA}"/>
                    </a:ext>
                  </a:extLst>
                </p14:cNvPr>
                <p14:cNvContentPartPr/>
                <p14:nvPr/>
              </p14:nvContentPartPr>
              <p14:xfrm>
                <a:off x="10507216" y="6604089"/>
                <a:ext cx="1510560" cy="2988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D1E6B76A-955B-5D2D-DA2B-E4A264108FE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444216" y="6541089"/>
                  <a:ext cx="1636200" cy="155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721421-433E-A553-4916-5D3D08B8B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48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917513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191590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>
                  <a:solidFill>
                    <a:schemeClr val="bg1"/>
                  </a:solidFill>
                  <a:latin typeface="+mn-ea"/>
                </a:rPr>
                <a:t>구성도</a:t>
              </a: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745C2D9C-4667-C0BD-8DC3-8B8446888929}"/>
                  </a:ext>
                </a:extLst>
              </p14:cNvPr>
              <p14:cNvContentPartPr/>
              <p14:nvPr/>
            </p14:nvContentPartPr>
            <p14:xfrm>
              <a:off x="10098622" y="6586822"/>
              <a:ext cx="1945080" cy="9792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745C2D9C-4667-C0BD-8DC3-8B84468889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35982" y="6523822"/>
                <a:ext cx="2070720" cy="22356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A36949D-8EE7-B95C-6D5E-7A21B546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937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13476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4</a:t>
            </a:r>
            <a:r>
              <a:rPr lang="ko-KR" altLang="en-US" sz="1600" b="1" dirty="0"/>
              <a:t> 구성도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681005F-7B57-81E6-7FD6-E8C0A762AB9C}"/>
              </a:ext>
            </a:extLst>
          </p:cNvPr>
          <p:cNvGrpSpPr/>
          <p:nvPr/>
        </p:nvGrpSpPr>
        <p:grpSpPr>
          <a:xfrm>
            <a:off x="2700072" y="611270"/>
            <a:ext cx="6734873" cy="6149747"/>
            <a:chOff x="6019855" y="944742"/>
            <a:chExt cx="4750795" cy="4553536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3461174-4F19-203B-B8B4-AA0B1A0C5992}"/>
                </a:ext>
              </a:extLst>
            </p:cNvPr>
            <p:cNvSpPr/>
            <p:nvPr/>
          </p:nvSpPr>
          <p:spPr>
            <a:xfrm>
              <a:off x="7230011" y="3371144"/>
              <a:ext cx="2146299" cy="2127134"/>
            </a:xfrm>
            <a:custGeom>
              <a:avLst/>
              <a:gdLst>
                <a:gd name="connsiteX0" fmla="*/ 0 w 2146299"/>
                <a:gd name="connsiteY0" fmla="*/ 1063567 h 2127134"/>
                <a:gd name="connsiteX1" fmla="*/ 1073150 w 2146299"/>
                <a:gd name="connsiteY1" fmla="*/ 0 h 2127134"/>
                <a:gd name="connsiteX2" fmla="*/ 2146300 w 2146299"/>
                <a:gd name="connsiteY2" fmla="*/ 1063567 h 2127134"/>
                <a:gd name="connsiteX3" fmla="*/ 1073150 w 2146299"/>
                <a:gd name="connsiteY3" fmla="*/ 2127134 h 2127134"/>
                <a:gd name="connsiteX4" fmla="*/ 0 w 2146299"/>
                <a:gd name="connsiteY4" fmla="*/ 1063567 h 212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6299" h="2127134" extrusionOk="0">
                  <a:moveTo>
                    <a:pt x="0" y="1063567"/>
                  </a:moveTo>
                  <a:cubicBezTo>
                    <a:pt x="-43347" y="449438"/>
                    <a:pt x="446164" y="12874"/>
                    <a:pt x="1073150" y="0"/>
                  </a:cubicBezTo>
                  <a:cubicBezTo>
                    <a:pt x="1755006" y="18773"/>
                    <a:pt x="2107712" y="477402"/>
                    <a:pt x="2146300" y="1063567"/>
                  </a:cubicBezTo>
                  <a:cubicBezTo>
                    <a:pt x="2066255" y="1729127"/>
                    <a:pt x="1656145" y="2180689"/>
                    <a:pt x="1073150" y="2127134"/>
                  </a:cubicBezTo>
                  <a:cubicBezTo>
                    <a:pt x="399948" y="2083081"/>
                    <a:pt x="103380" y="1700355"/>
                    <a:pt x="0" y="1063567"/>
                  </a:cubicBezTo>
                  <a:close/>
                </a:path>
              </a:pathLst>
            </a:custGeom>
            <a:noFill/>
            <a:ln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AE7EC29E-BDD3-54CC-02FC-0B402C1C7438}"/>
                </a:ext>
              </a:extLst>
            </p:cNvPr>
            <p:cNvSpPr/>
            <p:nvPr/>
          </p:nvSpPr>
          <p:spPr>
            <a:xfrm>
              <a:off x="6019855" y="944742"/>
              <a:ext cx="2819365" cy="2819365"/>
            </a:xfrm>
            <a:custGeom>
              <a:avLst/>
              <a:gdLst>
                <a:gd name="connsiteX0" fmla="*/ 0 w 2819365"/>
                <a:gd name="connsiteY0" fmla="*/ 1409683 h 2819365"/>
                <a:gd name="connsiteX1" fmla="*/ 1409683 w 2819365"/>
                <a:gd name="connsiteY1" fmla="*/ 0 h 2819365"/>
                <a:gd name="connsiteX2" fmla="*/ 2819366 w 2819365"/>
                <a:gd name="connsiteY2" fmla="*/ 1409683 h 2819365"/>
                <a:gd name="connsiteX3" fmla="*/ 1409683 w 2819365"/>
                <a:gd name="connsiteY3" fmla="*/ 2819366 h 2819365"/>
                <a:gd name="connsiteX4" fmla="*/ 0 w 2819365"/>
                <a:gd name="connsiteY4" fmla="*/ 1409683 h 2819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9365" h="2819365" extrusionOk="0">
                  <a:moveTo>
                    <a:pt x="0" y="1409683"/>
                  </a:moveTo>
                  <a:cubicBezTo>
                    <a:pt x="-31324" y="611815"/>
                    <a:pt x="512434" y="44551"/>
                    <a:pt x="1409683" y="0"/>
                  </a:cubicBezTo>
                  <a:cubicBezTo>
                    <a:pt x="2252223" y="13472"/>
                    <a:pt x="2712949" y="634521"/>
                    <a:pt x="2819366" y="1409683"/>
                  </a:cubicBezTo>
                  <a:cubicBezTo>
                    <a:pt x="2804770" y="2202483"/>
                    <a:pt x="2166878" y="2937378"/>
                    <a:pt x="1409683" y="2819366"/>
                  </a:cubicBezTo>
                  <a:cubicBezTo>
                    <a:pt x="526705" y="2762229"/>
                    <a:pt x="16681" y="2196199"/>
                    <a:pt x="0" y="1409683"/>
                  </a:cubicBez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70B13B26-406E-F558-B594-55C7893DC1FB}"/>
                </a:ext>
              </a:extLst>
            </p:cNvPr>
            <p:cNvSpPr/>
            <p:nvPr/>
          </p:nvSpPr>
          <p:spPr>
            <a:xfrm>
              <a:off x="8624350" y="1906034"/>
              <a:ext cx="2146300" cy="2189991"/>
            </a:xfrm>
            <a:custGeom>
              <a:avLst/>
              <a:gdLst>
                <a:gd name="connsiteX0" fmla="*/ 0 w 2146300"/>
                <a:gd name="connsiteY0" fmla="*/ 1094996 h 2189991"/>
                <a:gd name="connsiteX1" fmla="*/ 1073150 w 2146300"/>
                <a:gd name="connsiteY1" fmla="*/ 0 h 2189991"/>
                <a:gd name="connsiteX2" fmla="*/ 2146300 w 2146300"/>
                <a:gd name="connsiteY2" fmla="*/ 1094996 h 2189991"/>
                <a:gd name="connsiteX3" fmla="*/ 1073150 w 2146300"/>
                <a:gd name="connsiteY3" fmla="*/ 2189992 h 2189991"/>
                <a:gd name="connsiteX4" fmla="*/ 0 w 2146300"/>
                <a:gd name="connsiteY4" fmla="*/ 1094996 h 2189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6300" h="2189991" extrusionOk="0">
                  <a:moveTo>
                    <a:pt x="0" y="1094996"/>
                  </a:moveTo>
                  <a:cubicBezTo>
                    <a:pt x="-49061" y="492345"/>
                    <a:pt x="530064" y="48763"/>
                    <a:pt x="1073150" y="0"/>
                  </a:cubicBezTo>
                  <a:cubicBezTo>
                    <a:pt x="1687669" y="44813"/>
                    <a:pt x="2146651" y="500951"/>
                    <a:pt x="2146300" y="1094996"/>
                  </a:cubicBezTo>
                  <a:cubicBezTo>
                    <a:pt x="2131759" y="1677808"/>
                    <a:pt x="1670876" y="2196088"/>
                    <a:pt x="1073150" y="2189992"/>
                  </a:cubicBezTo>
                  <a:cubicBezTo>
                    <a:pt x="490938" y="2151040"/>
                    <a:pt x="28422" y="1752738"/>
                    <a:pt x="0" y="1094996"/>
                  </a:cubicBezTo>
                  <a:close/>
                </a:path>
              </a:pathLst>
            </a:custGeom>
            <a:noFill/>
            <a:ln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9ACDC34-FABE-8024-672E-09A5EDECD671}"/>
              </a:ext>
            </a:extLst>
          </p:cNvPr>
          <p:cNvSpPr txBox="1"/>
          <p:nvPr/>
        </p:nvSpPr>
        <p:spPr>
          <a:xfrm>
            <a:off x="4282737" y="4660330"/>
            <a:ext cx="34174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/>
              <a:t>Class</a:t>
            </a:r>
          </a:p>
          <a:p>
            <a:pPr algn="ctr"/>
            <a:r>
              <a:rPr lang="en-US" altLang="ko-KR" sz="3600" b="1" dirty="0">
                <a:solidFill>
                  <a:schemeClr val="bg1"/>
                </a:solidFill>
                <a:highlight>
                  <a:srgbClr val="000000"/>
                </a:highlight>
              </a:rPr>
              <a:t>Main</a:t>
            </a:r>
            <a:endParaRPr lang="ko-KR" altLang="en-US" sz="3600" b="1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D19CE9-5E96-A5F0-932F-2D2B2D06FB2E}"/>
              </a:ext>
            </a:extLst>
          </p:cNvPr>
          <p:cNvSpPr txBox="1"/>
          <p:nvPr/>
        </p:nvSpPr>
        <p:spPr>
          <a:xfrm>
            <a:off x="6606265" y="2872568"/>
            <a:ext cx="27572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 err="1"/>
              <a:t>Packege</a:t>
            </a:r>
            <a:endParaRPr lang="en-US" altLang="ko-KR" sz="3000" b="1" dirty="0"/>
          </a:p>
          <a:p>
            <a:pPr algn="ctr"/>
            <a:r>
              <a:rPr lang="en-US" altLang="ko-KR" sz="3000" b="1" dirty="0">
                <a:solidFill>
                  <a:schemeClr val="bg1"/>
                </a:solidFill>
                <a:highlight>
                  <a:srgbClr val="000000"/>
                </a:highlight>
              </a:rPr>
              <a:t>minigame</a:t>
            </a:r>
            <a:endParaRPr lang="ko-KR" altLang="en-US" sz="3000" b="1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DFFBFC-0C66-E140-BD39-415AAE24E27B}"/>
              </a:ext>
            </a:extLst>
          </p:cNvPr>
          <p:cNvSpPr txBox="1"/>
          <p:nvPr/>
        </p:nvSpPr>
        <p:spPr>
          <a:xfrm>
            <a:off x="2826607" y="1965464"/>
            <a:ext cx="37796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Java Project name</a:t>
            </a:r>
          </a:p>
          <a:p>
            <a:pPr algn="ctr"/>
            <a:r>
              <a:rPr lang="en-US" altLang="ko-KR" sz="3200" b="1" dirty="0">
                <a:solidFill>
                  <a:schemeClr val="bg1"/>
                </a:solidFill>
                <a:highlight>
                  <a:srgbClr val="000000"/>
                </a:highlight>
              </a:rPr>
              <a:t>minigame</a:t>
            </a:r>
            <a:endParaRPr lang="ko-KR" altLang="en-US" sz="3200" b="1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CD71A9C3-DE46-D5B9-B298-F7C4D27DA82C}"/>
                  </a:ext>
                </a:extLst>
              </p14:cNvPr>
              <p14:cNvContentPartPr/>
              <p14:nvPr/>
            </p14:nvContentPartPr>
            <p14:xfrm>
              <a:off x="9996698" y="6552982"/>
              <a:ext cx="2100600" cy="14148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CD71A9C3-DE46-D5B9-B298-F7C4D27DA8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34058" y="6489982"/>
                <a:ext cx="222624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3572899D-DB57-6946-B8D1-EEBCD63A5C76}"/>
                  </a:ext>
                </a:extLst>
              </p14:cNvPr>
              <p14:cNvContentPartPr/>
              <p14:nvPr/>
            </p14:nvContentPartPr>
            <p14:xfrm>
              <a:off x="10092098" y="6663502"/>
              <a:ext cx="482760" cy="2736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3572899D-DB57-6946-B8D1-EEBCD63A5C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29458" y="6600502"/>
                <a:ext cx="608400" cy="153000"/>
              </a:xfrm>
              <a:prstGeom prst="rect">
                <a:avLst/>
              </a:prstGeom>
            </p:spPr>
          </p:pic>
        </mc:Fallback>
      </mc:AlternateContent>
      <p:cxnSp>
        <p:nvCxnSpPr>
          <p:cNvPr id="61" name="직선 연결선 2">
            <a:extLst>
              <a:ext uri="{FF2B5EF4-FFF2-40B4-BE49-F238E27FC236}">
                <a16:creationId xmlns:a16="http://schemas.microsoft.com/office/drawing/2014/main" id="{0BCE3236-A493-3E74-BAFF-FEC8C2C8180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AF10C69-0D66-BF18-1684-3501DF5E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37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BA2C033B-96EE-4719-489D-BCFDA43BC4EC}"/>
                  </a:ext>
                </a:extLst>
              </p14:cNvPr>
              <p14:cNvContentPartPr/>
              <p14:nvPr/>
            </p14:nvContentPartPr>
            <p14:xfrm>
              <a:off x="11936486" y="6596983"/>
              <a:ext cx="360" cy="360"/>
            </p14:xfrm>
          </p:contentPart>
        </mc:Choice>
        <mc:Fallback xmlns=""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BA2C033B-96EE-4719-489D-BCFDA43BC4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73846" y="6533983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그룹 32">
            <a:extLst>
              <a:ext uri="{FF2B5EF4-FFF2-40B4-BE49-F238E27FC236}">
                <a16:creationId xmlns:a16="http://schemas.microsoft.com/office/drawing/2014/main" id="{0BA9F569-B693-BD12-CB6B-00B48A676CC1}"/>
              </a:ext>
            </a:extLst>
          </p:cNvPr>
          <p:cNvGrpSpPr/>
          <p:nvPr/>
        </p:nvGrpSpPr>
        <p:grpSpPr>
          <a:xfrm>
            <a:off x="10100846" y="6566023"/>
            <a:ext cx="991440" cy="47520"/>
            <a:chOff x="10100846" y="6566023"/>
            <a:chExt cx="991440" cy="4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904B5BA2-D9EA-80E8-0C8A-39FE3F6F10B0}"/>
                    </a:ext>
                  </a:extLst>
                </p14:cNvPr>
                <p14:cNvContentPartPr/>
                <p14:nvPr/>
              </p14:nvContentPartPr>
              <p14:xfrm>
                <a:off x="10100846" y="6566023"/>
                <a:ext cx="991440" cy="4752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904B5BA2-D9EA-80E8-0C8A-39FE3F6F10B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037846" y="6503023"/>
                  <a:ext cx="11170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FC0E1F87-754A-3FBE-9353-28D46C69FB4D}"/>
                    </a:ext>
                  </a:extLst>
                </p14:cNvPr>
                <p14:cNvContentPartPr/>
                <p14:nvPr/>
              </p14:nvContentPartPr>
              <p14:xfrm>
                <a:off x="10104446" y="6578983"/>
                <a:ext cx="360" cy="36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FC0E1F87-754A-3FBE-9353-28D46C69FB4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041446" y="651634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C24606D2-8B96-B425-EB3E-8D6F3AA10C51}"/>
                    </a:ext>
                  </a:extLst>
                </p14:cNvPr>
                <p14:cNvContentPartPr/>
                <p14:nvPr/>
              </p14:nvContentPartPr>
              <p14:xfrm>
                <a:off x="10131446" y="6593023"/>
                <a:ext cx="360" cy="36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C24606D2-8B96-B425-EB3E-8D6F3AA10C5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068446" y="653002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D6CC177B-8379-E02B-7F00-51BA8F916BE4}"/>
                  </a:ext>
                </a:extLst>
              </p14:cNvPr>
              <p14:cNvContentPartPr/>
              <p14:nvPr/>
            </p14:nvContentPartPr>
            <p14:xfrm>
              <a:off x="10152292" y="6611147"/>
              <a:ext cx="1940760" cy="164223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D6CC177B-8379-E02B-7F00-51BA8F916BE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089652" y="6548207"/>
                <a:ext cx="2066400" cy="290465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4E7ED3D6-6EB3-5BD2-6319-CEFCBA46901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2640" r="18514" b="-2451"/>
          <a:stretch/>
        </p:blipFill>
        <p:spPr>
          <a:xfrm>
            <a:off x="435871" y="1195099"/>
            <a:ext cx="3191361" cy="3969707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13476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4</a:t>
            </a:r>
            <a:r>
              <a:rPr lang="ko-KR" altLang="en-US" sz="1600" b="1" dirty="0"/>
              <a:t> 구성도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3BB2C81-2C36-BFAF-F8BF-91BC4B766C18}"/>
              </a:ext>
            </a:extLst>
          </p:cNvPr>
          <p:cNvSpPr/>
          <p:nvPr/>
        </p:nvSpPr>
        <p:spPr>
          <a:xfrm>
            <a:off x="245097" y="942680"/>
            <a:ext cx="3554231" cy="56426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F677B01-8FB5-8DC6-B676-456D321BD005}"/>
              </a:ext>
            </a:extLst>
          </p:cNvPr>
          <p:cNvSpPr/>
          <p:nvPr/>
        </p:nvSpPr>
        <p:spPr>
          <a:xfrm>
            <a:off x="748093" y="1013475"/>
            <a:ext cx="3519241" cy="4520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454894-0171-1E1A-CBB1-970768B52DC7}"/>
              </a:ext>
            </a:extLst>
          </p:cNvPr>
          <p:cNvSpPr txBox="1"/>
          <p:nvPr/>
        </p:nvSpPr>
        <p:spPr>
          <a:xfrm>
            <a:off x="2518505" y="3045354"/>
            <a:ext cx="258533" cy="508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53C824-937A-E110-963F-5F8649640E2E}"/>
              </a:ext>
            </a:extLst>
          </p:cNvPr>
          <p:cNvSpPr txBox="1"/>
          <p:nvPr/>
        </p:nvSpPr>
        <p:spPr>
          <a:xfrm>
            <a:off x="422338" y="5158333"/>
            <a:ext cx="31117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 </a:t>
            </a:r>
            <a:endParaRPr lang="en-US" altLang="ko-KR" sz="2000" dirty="0"/>
          </a:p>
          <a:p>
            <a:pPr algn="ctr"/>
            <a:r>
              <a:rPr lang="en-US" altLang="ko-KR" sz="2000" dirty="0"/>
              <a:t>Main &amp; Class</a:t>
            </a:r>
          </a:p>
          <a:p>
            <a:pPr algn="ctr"/>
            <a:r>
              <a:rPr lang="ko-KR" altLang="en-US" sz="2000" dirty="0"/>
              <a:t>클래스 구성</a:t>
            </a:r>
            <a:endParaRPr lang="en-US" altLang="ko-KR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88B951-445B-EE1A-916B-A8BF6CFE58AC}"/>
              </a:ext>
            </a:extLst>
          </p:cNvPr>
          <p:cNvSpPr txBox="1"/>
          <p:nvPr/>
        </p:nvSpPr>
        <p:spPr>
          <a:xfrm>
            <a:off x="4461711" y="5175407"/>
            <a:ext cx="33148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Main</a:t>
            </a:r>
            <a:r>
              <a:rPr lang="ko-KR" altLang="en-US" sz="2000" dirty="0"/>
              <a:t> 클래스 에서는</a:t>
            </a:r>
            <a:endParaRPr lang="en-US" altLang="ko-KR" sz="2000" dirty="0"/>
          </a:p>
          <a:p>
            <a:pPr algn="ctr"/>
            <a:r>
              <a:rPr lang="en-US" altLang="ko-KR" sz="2000" dirty="0" err="1"/>
              <a:t>RollBook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게임 규칙</a:t>
            </a:r>
            <a:r>
              <a:rPr lang="en-US" altLang="ko-KR" sz="2000" dirty="0"/>
              <a:t>)</a:t>
            </a:r>
            <a:r>
              <a:rPr lang="ko-KR" altLang="en-US" sz="2000" dirty="0"/>
              <a:t>을 먼저</a:t>
            </a:r>
            <a:endParaRPr lang="en-US" altLang="ko-KR" sz="2000" dirty="0"/>
          </a:p>
          <a:p>
            <a:pPr algn="ctr"/>
            <a:r>
              <a:rPr lang="ko-KR" altLang="en-US" sz="2000" dirty="0"/>
              <a:t>호출하여 출력 한 뒤 </a:t>
            </a:r>
            <a:endParaRPr lang="en-US" altLang="ko-KR" sz="2000" dirty="0"/>
          </a:p>
          <a:p>
            <a:pPr algn="ctr"/>
            <a:r>
              <a:rPr lang="ko-KR" altLang="en-US" sz="2000" dirty="0" err="1"/>
              <a:t>게임시작하는</a:t>
            </a:r>
            <a:r>
              <a:rPr lang="ko-KR" altLang="en-US" sz="2000" dirty="0"/>
              <a:t> 생성자 생성</a:t>
            </a:r>
            <a:endParaRPr lang="en-US" altLang="ko-KR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CA7F28-1BA9-633D-4F8E-6D730B3B3494}"/>
              </a:ext>
            </a:extLst>
          </p:cNvPr>
          <p:cNvSpPr txBox="1"/>
          <p:nvPr/>
        </p:nvSpPr>
        <p:spPr>
          <a:xfrm>
            <a:off x="8501966" y="5219046"/>
            <a:ext cx="33159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2000" dirty="0"/>
          </a:p>
          <a:p>
            <a:pPr algn="ctr"/>
            <a:r>
              <a:rPr lang="ko-KR" altLang="en-US" sz="2000" dirty="0"/>
              <a:t>생성자 </a:t>
            </a:r>
            <a:r>
              <a:rPr lang="ko-KR" altLang="en-US" sz="2000" dirty="0" err="1"/>
              <a:t>호출시</a:t>
            </a:r>
            <a:r>
              <a:rPr lang="ko-KR" altLang="en-US" sz="2000" dirty="0"/>
              <a:t> 실행되는</a:t>
            </a:r>
            <a:endParaRPr lang="en-US" altLang="ko-KR" sz="2000" dirty="0"/>
          </a:p>
          <a:p>
            <a:pPr algn="ctr"/>
            <a:r>
              <a:rPr lang="en-US" altLang="ko-KR" sz="2000" dirty="0" err="1"/>
              <a:t>miniKeyGame</a:t>
            </a:r>
            <a:r>
              <a:rPr lang="ko-KR" altLang="en-US" sz="2000" dirty="0"/>
              <a:t> 메소드</a:t>
            </a:r>
            <a:endParaRPr lang="en-US" altLang="ko-KR" sz="2000" dirty="0"/>
          </a:p>
          <a:p>
            <a:pPr algn="ctr"/>
            <a:endParaRPr lang="en-US" altLang="ko-KR" sz="2000" dirty="0"/>
          </a:p>
          <a:p>
            <a:pPr algn="ctr"/>
            <a:endParaRPr lang="ko-KR" altLang="en-US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437EF7B-00E2-1E3E-9325-EC121F5E5946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4863" r="19742"/>
          <a:stretch/>
        </p:blipFill>
        <p:spPr>
          <a:xfrm>
            <a:off x="8487267" y="1195099"/>
            <a:ext cx="3315959" cy="383431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3A38C0A-8AD2-66B7-1247-36BE02EEA0C8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4048" t="-299" r="4266" b="299"/>
          <a:stretch/>
        </p:blipFill>
        <p:spPr>
          <a:xfrm>
            <a:off x="4461712" y="1195099"/>
            <a:ext cx="3314869" cy="3834312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F2D8E7-245F-9606-DAA2-0E0C33E71CDC}"/>
              </a:ext>
            </a:extLst>
          </p:cNvPr>
          <p:cNvSpPr/>
          <p:nvPr/>
        </p:nvSpPr>
        <p:spPr>
          <a:xfrm>
            <a:off x="4340283" y="942680"/>
            <a:ext cx="3554231" cy="56426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D7DB56D-53B5-7510-6B67-0B256B4C7D25}"/>
              </a:ext>
            </a:extLst>
          </p:cNvPr>
          <p:cNvSpPr/>
          <p:nvPr/>
        </p:nvSpPr>
        <p:spPr>
          <a:xfrm>
            <a:off x="8357682" y="942680"/>
            <a:ext cx="3554231" cy="56426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오른쪽 화살표[R] 25">
            <a:extLst>
              <a:ext uri="{FF2B5EF4-FFF2-40B4-BE49-F238E27FC236}">
                <a16:creationId xmlns:a16="http://schemas.microsoft.com/office/drawing/2014/main" id="{3260C7A5-925A-CB81-CD43-F27A4E33F239}"/>
              </a:ext>
            </a:extLst>
          </p:cNvPr>
          <p:cNvSpPr/>
          <p:nvPr/>
        </p:nvSpPr>
        <p:spPr>
          <a:xfrm>
            <a:off x="3167849" y="5780381"/>
            <a:ext cx="1129638" cy="3734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오른쪽 화살표[R] 26">
            <a:extLst>
              <a:ext uri="{FF2B5EF4-FFF2-40B4-BE49-F238E27FC236}">
                <a16:creationId xmlns:a16="http://schemas.microsoft.com/office/drawing/2014/main" id="{036517B7-06E6-833D-62D3-074DA38B1A04}"/>
              </a:ext>
            </a:extLst>
          </p:cNvPr>
          <p:cNvSpPr/>
          <p:nvPr/>
        </p:nvSpPr>
        <p:spPr>
          <a:xfrm>
            <a:off x="7776580" y="5780381"/>
            <a:ext cx="1129638" cy="3734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A9F278-6FC4-9014-7630-2765DA858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762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13476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4</a:t>
            </a:r>
            <a:r>
              <a:rPr lang="ko-KR" altLang="en-US" sz="1600" b="1" dirty="0"/>
              <a:t> 구성도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0B13B26-406E-F558-B594-55C7893DC1FB}"/>
              </a:ext>
            </a:extLst>
          </p:cNvPr>
          <p:cNvSpPr/>
          <p:nvPr/>
        </p:nvSpPr>
        <p:spPr>
          <a:xfrm>
            <a:off x="227267" y="1039292"/>
            <a:ext cx="4080247" cy="4048958"/>
          </a:xfrm>
          <a:custGeom>
            <a:avLst/>
            <a:gdLst>
              <a:gd name="connsiteX0" fmla="*/ 0 w 4080247"/>
              <a:gd name="connsiteY0" fmla="*/ 2024479 h 4048958"/>
              <a:gd name="connsiteX1" fmla="*/ 2040124 w 4080247"/>
              <a:gd name="connsiteY1" fmla="*/ 0 h 4048958"/>
              <a:gd name="connsiteX2" fmla="*/ 4080248 w 4080247"/>
              <a:gd name="connsiteY2" fmla="*/ 2024479 h 4048958"/>
              <a:gd name="connsiteX3" fmla="*/ 2040124 w 4080247"/>
              <a:gd name="connsiteY3" fmla="*/ 4048958 h 4048958"/>
              <a:gd name="connsiteX4" fmla="*/ 0 w 4080247"/>
              <a:gd name="connsiteY4" fmla="*/ 2024479 h 404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0247" h="4048958" extrusionOk="0">
                <a:moveTo>
                  <a:pt x="0" y="2024479"/>
                </a:moveTo>
                <a:cubicBezTo>
                  <a:pt x="-76949" y="909682"/>
                  <a:pt x="1063831" y="147904"/>
                  <a:pt x="2040124" y="0"/>
                </a:cubicBezTo>
                <a:cubicBezTo>
                  <a:pt x="3177955" y="22785"/>
                  <a:pt x="4083647" y="1010124"/>
                  <a:pt x="4080248" y="2024479"/>
                </a:cubicBezTo>
                <a:cubicBezTo>
                  <a:pt x="4028865" y="3065046"/>
                  <a:pt x="3247107" y="4145991"/>
                  <a:pt x="2040124" y="4048958"/>
                </a:cubicBezTo>
                <a:cubicBezTo>
                  <a:pt x="922290" y="4015872"/>
                  <a:pt x="93431" y="3316763"/>
                  <a:pt x="0" y="2024479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2650216993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ACDC34-FABE-8024-672E-09A5EDECD671}"/>
              </a:ext>
            </a:extLst>
          </p:cNvPr>
          <p:cNvSpPr txBox="1"/>
          <p:nvPr/>
        </p:nvSpPr>
        <p:spPr>
          <a:xfrm>
            <a:off x="5829512" y="5183739"/>
            <a:ext cx="29542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3600" b="1" dirty="0"/>
          </a:p>
          <a:p>
            <a:pPr algn="ctr"/>
            <a:endParaRPr lang="ko-KR" altLang="en-US" sz="3600" b="1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D19CE9-5E96-A5F0-932F-2D2B2D06FB2E}"/>
              </a:ext>
            </a:extLst>
          </p:cNvPr>
          <p:cNvSpPr txBox="1"/>
          <p:nvPr/>
        </p:nvSpPr>
        <p:spPr>
          <a:xfrm>
            <a:off x="371349" y="2239010"/>
            <a:ext cx="37751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err="1"/>
              <a:t>Packege</a:t>
            </a:r>
            <a:r>
              <a:rPr lang="en-US" altLang="ko-KR" sz="3200" b="1" dirty="0"/>
              <a:t> </a:t>
            </a:r>
            <a:r>
              <a:rPr lang="en-US" altLang="ko-KR" sz="3200" b="1" dirty="0">
                <a:solidFill>
                  <a:schemeClr val="bg1"/>
                </a:solidFill>
                <a:highlight>
                  <a:srgbClr val="000000"/>
                </a:highlight>
              </a:rPr>
              <a:t>minigames</a:t>
            </a:r>
          </a:p>
          <a:p>
            <a:pPr algn="ctr"/>
            <a:r>
              <a:rPr lang="en-US" altLang="ko-KR" sz="3200" b="1" dirty="0"/>
              <a:t>Class</a:t>
            </a:r>
          </a:p>
          <a:p>
            <a:pPr algn="ctr"/>
            <a:r>
              <a:rPr lang="en-US" altLang="ko-KR" sz="44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miniKey</a:t>
            </a:r>
            <a:r>
              <a:rPr lang="en-US" altLang="ko-KR" sz="4400" b="1" dirty="0" err="1"/>
              <a:t>Game</a:t>
            </a:r>
            <a:endParaRPr lang="ko-KR" altLang="en-US" sz="4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B4A83D-8BAE-6C0B-3B66-13069BFCA0B2}"/>
              </a:ext>
            </a:extLst>
          </p:cNvPr>
          <p:cNvSpPr txBox="1"/>
          <p:nvPr/>
        </p:nvSpPr>
        <p:spPr>
          <a:xfrm>
            <a:off x="5231451" y="808539"/>
            <a:ext cx="3469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highlight>
                  <a:srgbClr val="F9FCFD"/>
                </a:highlight>
              </a:rPr>
              <a:t>Class Choice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293CFF-B795-65CF-E54F-303B83574FE6}"/>
              </a:ext>
            </a:extLst>
          </p:cNvPr>
          <p:cNvSpPr txBox="1"/>
          <p:nvPr/>
        </p:nvSpPr>
        <p:spPr>
          <a:xfrm>
            <a:off x="5231450" y="1389815"/>
            <a:ext cx="34694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Method : </a:t>
            </a:r>
            <a:r>
              <a:rPr lang="en-US" altLang="ko-KR" sz="2000" b="1" dirty="0" err="1">
                <a:highlight>
                  <a:srgbClr val="F9FCFD"/>
                </a:highlight>
              </a:rPr>
              <a:t>endChoice</a:t>
            </a:r>
            <a:r>
              <a:rPr lang="en-US" altLang="ko-KR" sz="2000" b="1" dirty="0">
                <a:highlight>
                  <a:srgbClr val="F9FCFD"/>
                </a:highlight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378F6-86DA-E39F-6A61-4E9746E0FEB3}"/>
              </a:ext>
            </a:extLst>
          </p:cNvPr>
          <p:cNvSpPr txBox="1"/>
          <p:nvPr/>
        </p:nvSpPr>
        <p:spPr>
          <a:xfrm>
            <a:off x="5231450" y="1706421"/>
            <a:ext cx="34163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Method : </a:t>
            </a:r>
            <a:r>
              <a:rPr lang="en-US" altLang="ko-KR" sz="2000" b="1" dirty="0" err="1">
                <a:highlight>
                  <a:srgbClr val="F9FCFD"/>
                </a:highlight>
              </a:rPr>
              <a:t>isReGame</a:t>
            </a:r>
            <a:endParaRPr lang="en-US" altLang="ko-KR" sz="2000" b="1" dirty="0">
              <a:highlight>
                <a:srgbClr val="F9FCFD"/>
              </a:highlight>
            </a:endParaRPr>
          </a:p>
        </p:txBody>
      </p: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F3CB051E-C507-FE19-623B-D7FEF372467B}"/>
              </a:ext>
            </a:extLst>
          </p:cNvPr>
          <p:cNvCxnSpPr>
            <a:cxnSpLocks/>
          </p:cNvCxnSpPr>
          <p:nvPr/>
        </p:nvCxnSpPr>
        <p:spPr>
          <a:xfrm>
            <a:off x="5554368" y="1363906"/>
            <a:ext cx="2883050" cy="893"/>
          </a:xfrm>
          <a:prstGeom prst="line">
            <a:avLst/>
          </a:prstGeom>
          <a:ln w="12700" cmpd="dbl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8272C6E-B56E-84CB-A847-0AB92B630B92}"/>
              </a:ext>
            </a:extLst>
          </p:cNvPr>
          <p:cNvSpPr txBox="1"/>
          <p:nvPr/>
        </p:nvSpPr>
        <p:spPr>
          <a:xfrm>
            <a:off x="8788624" y="866595"/>
            <a:ext cx="3308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highlight>
                  <a:srgbClr val="F9FCFD"/>
                </a:highlight>
              </a:rPr>
              <a:t>Class Stage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4387C0-0EBF-22EB-A454-4C1C26F3B4AD}"/>
              </a:ext>
            </a:extLst>
          </p:cNvPr>
          <p:cNvSpPr txBox="1"/>
          <p:nvPr/>
        </p:nvSpPr>
        <p:spPr>
          <a:xfrm>
            <a:off x="8743243" y="1742499"/>
            <a:ext cx="3354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Method : </a:t>
            </a:r>
            <a:r>
              <a:rPr lang="en-US" altLang="ko-KR" sz="2000" b="1" dirty="0" err="1">
                <a:highlight>
                  <a:srgbClr val="F9FCFD"/>
                </a:highlight>
              </a:rPr>
              <a:t>whatStage</a:t>
            </a:r>
            <a:r>
              <a:rPr lang="en-US" altLang="ko-KR" sz="2000" b="1" dirty="0">
                <a:highlight>
                  <a:srgbClr val="F9FCFD"/>
                </a:highlight>
              </a:rPr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11B130-34C5-9B35-D55B-4586452B6E53}"/>
              </a:ext>
            </a:extLst>
          </p:cNvPr>
          <p:cNvSpPr txBox="1"/>
          <p:nvPr/>
        </p:nvSpPr>
        <p:spPr>
          <a:xfrm>
            <a:off x="8785550" y="1416981"/>
            <a:ext cx="3354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Method : </a:t>
            </a:r>
            <a:r>
              <a:rPr lang="en-US" altLang="ko-KR" sz="2000" b="1" dirty="0" err="1">
                <a:highlight>
                  <a:srgbClr val="F9FCFD"/>
                </a:highlight>
              </a:rPr>
              <a:t>whatStageNum</a:t>
            </a:r>
            <a:endParaRPr lang="en-US" altLang="ko-KR" sz="2000" b="1" dirty="0">
              <a:highlight>
                <a:srgbClr val="F9FCFD"/>
              </a:highlight>
            </a:endParaRPr>
          </a:p>
        </p:txBody>
      </p: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22BF802E-43C8-BA1E-DC9F-0A9BA60E661A}"/>
              </a:ext>
            </a:extLst>
          </p:cNvPr>
          <p:cNvCxnSpPr>
            <a:cxnSpLocks/>
          </p:cNvCxnSpPr>
          <p:nvPr/>
        </p:nvCxnSpPr>
        <p:spPr>
          <a:xfrm>
            <a:off x="9176554" y="1364799"/>
            <a:ext cx="2655619" cy="0"/>
          </a:xfrm>
          <a:prstGeom prst="line">
            <a:avLst/>
          </a:prstGeom>
          <a:ln w="12700" cmpd="dbl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FFFE0A1-8309-A6FF-7CA8-491595F164E8}"/>
              </a:ext>
            </a:extLst>
          </p:cNvPr>
          <p:cNvSpPr txBox="1"/>
          <p:nvPr/>
        </p:nvSpPr>
        <p:spPr>
          <a:xfrm>
            <a:off x="5231447" y="2791992"/>
            <a:ext cx="6752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highlight>
                  <a:srgbClr val="F9FCFD"/>
                </a:highlight>
              </a:rPr>
              <a:t>Class </a:t>
            </a:r>
            <a:r>
              <a:rPr lang="en-US" altLang="ko-KR" sz="2800" b="1" dirty="0" err="1">
                <a:highlight>
                  <a:srgbClr val="F9FCFD"/>
                </a:highlight>
              </a:rPr>
              <a:t>TrueAndFalse</a:t>
            </a:r>
            <a:r>
              <a:rPr lang="en-US" altLang="ko-KR" sz="2800" b="1" dirty="0">
                <a:highlight>
                  <a:srgbClr val="F9FCFD"/>
                </a:highlight>
              </a:rPr>
              <a:t>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D6412E-1E67-A75B-21BC-E09088A9AEB6}"/>
              </a:ext>
            </a:extLst>
          </p:cNvPr>
          <p:cNvSpPr txBox="1"/>
          <p:nvPr/>
        </p:nvSpPr>
        <p:spPr>
          <a:xfrm>
            <a:off x="5231448" y="3390497"/>
            <a:ext cx="67527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Method :</a:t>
            </a:r>
            <a:r>
              <a:rPr lang="en-US" altLang="ko-KR" sz="2000" b="1" dirty="0" err="1"/>
              <a:t>outWrongNote</a:t>
            </a:r>
            <a:r>
              <a:rPr lang="en-US" altLang="ko-KR" sz="2000" b="1" dirty="0">
                <a:highlight>
                  <a:srgbClr val="F9FCFD"/>
                </a:highlight>
              </a:rPr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DB960C-7E64-0404-8589-829E9EA380E3}"/>
              </a:ext>
            </a:extLst>
          </p:cNvPr>
          <p:cNvSpPr txBox="1"/>
          <p:nvPr/>
        </p:nvSpPr>
        <p:spPr>
          <a:xfrm>
            <a:off x="5231450" y="3748788"/>
            <a:ext cx="68658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Method : </a:t>
            </a:r>
            <a:r>
              <a:rPr lang="en-US" altLang="ko-KR" sz="2000" b="1" dirty="0" err="1">
                <a:highlight>
                  <a:srgbClr val="F9FCFD"/>
                </a:highlight>
              </a:rPr>
              <a:t>InPutWrong</a:t>
            </a:r>
            <a:endParaRPr lang="en-US" altLang="ko-KR" sz="2000" b="1" dirty="0">
              <a:highlight>
                <a:srgbClr val="F9FCFD"/>
              </a:highlight>
            </a:endParaRPr>
          </a:p>
        </p:txBody>
      </p:sp>
      <p:cxnSp>
        <p:nvCxnSpPr>
          <p:cNvPr id="41" name="직선 연결선[R] 40">
            <a:extLst>
              <a:ext uri="{FF2B5EF4-FFF2-40B4-BE49-F238E27FC236}">
                <a16:creationId xmlns:a16="http://schemas.microsoft.com/office/drawing/2014/main" id="{F6E50602-92B1-E82B-884D-B3986FF6ECAE}"/>
              </a:ext>
            </a:extLst>
          </p:cNvPr>
          <p:cNvCxnSpPr>
            <a:cxnSpLocks/>
          </p:cNvCxnSpPr>
          <p:nvPr/>
        </p:nvCxnSpPr>
        <p:spPr>
          <a:xfrm flipV="1">
            <a:off x="6857881" y="3368708"/>
            <a:ext cx="3380509" cy="18355"/>
          </a:xfrm>
          <a:prstGeom prst="line">
            <a:avLst/>
          </a:prstGeom>
          <a:ln w="12700" cmpd="dbl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37250A7-C3BB-9180-4783-1C6CFC651742}"/>
              </a:ext>
            </a:extLst>
          </p:cNvPr>
          <p:cNvSpPr txBox="1"/>
          <p:nvPr/>
        </p:nvSpPr>
        <p:spPr>
          <a:xfrm>
            <a:off x="5231447" y="4152498"/>
            <a:ext cx="68658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Method : </a:t>
            </a:r>
            <a:r>
              <a:rPr lang="en-US" altLang="ko-KR" sz="2000" b="1" dirty="0" err="1">
                <a:highlight>
                  <a:srgbClr val="F9FCFD"/>
                </a:highlight>
              </a:rPr>
              <a:t>trueIsFalse</a:t>
            </a:r>
            <a:r>
              <a:rPr lang="en-US" altLang="ko-KR" sz="2000" b="1" dirty="0">
                <a:highlight>
                  <a:srgbClr val="F9FCFD"/>
                </a:highlight>
              </a:rPr>
              <a:t> 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7F44B91-F8FC-1792-18F2-5A3ED2F761B3}"/>
              </a:ext>
            </a:extLst>
          </p:cNvPr>
          <p:cNvSpPr/>
          <p:nvPr/>
        </p:nvSpPr>
        <p:spPr>
          <a:xfrm>
            <a:off x="5389395" y="4901515"/>
            <a:ext cx="3258446" cy="1543694"/>
          </a:xfrm>
          <a:custGeom>
            <a:avLst/>
            <a:gdLst>
              <a:gd name="connsiteX0" fmla="*/ 0 w 3258446"/>
              <a:gd name="connsiteY0" fmla="*/ 257287 h 1543694"/>
              <a:gd name="connsiteX1" fmla="*/ 257287 w 3258446"/>
              <a:gd name="connsiteY1" fmla="*/ 0 h 1543694"/>
              <a:gd name="connsiteX2" fmla="*/ 3001159 w 3258446"/>
              <a:gd name="connsiteY2" fmla="*/ 0 h 1543694"/>
              <a:gd name="connsiteX3" fmla="*/ 3258446 w 3258446"/>
              <a:gd name="connsiteY3" fmla="*/ 257287 h 1543694"/>
              <a:gd name="connsiteX4" fmla="*/ 3258446 w 3258446"/>
              <a:gd name="connsiteY4" fmla="*/ 1286407 h 1543694"/>
              <a:gd name="connsiteX5" fmla="*/ 3001159 w 3258446"/>
              <a:gd name="connsiteY5" fmla="*/ 1543694 h 1543694"/>
              <a:gd name="connsiteX6" fmla="*/ 257287 w 3258446"/>
              <a:gd name="connsiteY6" fmla="*/ 1543694 h 1543694"/>
              <a:gd name="connsiteX7" fmla="*/ 0 w 3258446"/>
              <a:gd name="connsiteY7" fmla="*/ 1286407 h 1543694"/>
              <a:gd name="connsiteX8" fmla="*/ 0 w 3258446"/>
              <a:gd name="connsiteY8" fmla="*/ 257287 h 1543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58446" h="1543694" extrusionOk="0">
                <a:moveTo>
                  <a:pt x="0" y="257287"/>
                </a:moveTo>
                <a:cubicBezTo>
                  <a:pt x="-3085" y="113288"/>
                  <a:pt x="106483" y="3268"/>
                  <a:pt x="257287" y="0"/>
                </a:cubicBezTo>
                <a:cubicBezTo>
                  <a:pt x="1456717" y="132882"/>
                  <a:pt x="2037549" y="-84951"/>
                  <a:pt x="3001159" y="0"/>
                </a:cubicBezTo>
                <a:cubicBezTo>
                  <a:pt x="3138995" y="4161"/>
                  <a:pt x="3254627" y="136299"/>
                  <a:pt x="3258446" y="257287"/>
                </a:cubicBezTo>
                <a:cubicBezTo>
                  <a:pt x="3220025" y="623137"/>
                  <a:pt x="3210488" y="1105917"/>
                  <a:pt x="3258446" y="1286407"/>
                </a:cubicBezTo>
                <a:cubicBezTo>
                  <a:pt x="3270108" y="1429886"/>
                  <a:pt x="3154887" y="1519755"/>
                  <a:pt x="3001159" y="1543694"/>
                </a:cubicBezTo>
                <a:cubicBezTo>
                  <a:pt x="2079246" y="1631333"/>
                  <a:pt x="752829" y="1471015"/>
                  <a:pt x="257287" y="1543694"/>
                </a:cubicBezTo>
                <a:cubicBezTo>
                  <a:pt x="112698" y="1519917"/>
                  <a:pt x="-2193" y="1431551"/>
                  <a:pt x="0" y="1286407"/>
                </a:cubicBezTo>
                <a:cubicBezTo>
                  <a:pt x="-14143" y="1163282"/>
                  <a:pt x="56951" y="634308"/>
                  <a:pt x="0" y="257287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EEC79848-A9F4-9550-600D-FDB1B27A5C85}"/>
              </a:ext>
            </a:extLst>
          </p:cNvPr>
          <p:cNvSpPr/>
          <p:nvPr/>
        </p:nvSpPr>
        <p:spPr>
          <a:xfrm>
            <a:off x="8743242" y="645053"/>
            <a:ext cx="3354056" cy="1780561"/>
          </a:xfrm>
          <a:custGeom>
            <a:avLst/>
            <a:gdLst>
              <a:gd name="connsiteX0" fmla="*/ 0 w 3354056"/>
              <a:gd name="connsiteY0" fmla="*/ 296766 h 1780561"/>
              <a:gd name="connsiteX1" fmla="*/ 296766 w 3354056"/>
              <a:gd name="connsiteY1" fmla="*/ 0 h 1780561"/>
              <a:gd name="connsiteX2" fmla="*/ 3057290 w 3354056"/>
              <a:gd name="connsiteY2" fmla="*/ 0 h 1780561"/>
              <a:gd name="connsiteX3" fmla="*/ 3354056 w 3354056"/>
              <a:gd name="connsiteY3" fmla="*/ 296766 h 1780561"/>
              <a:gd name="connsiteX4" fmla="*/ 3354056 w 3354056"/>
              <a:gd name="connsiteY4" fmla="*/ 1483795 h 1780561"/>
              <a:gd name="connsiteX5" fmla="*/ 3057290 w 3354056"/>
              <a:gd name="connsiteY5" fmla="*/ 1780561 h 1780561"/>
              <a:gd name="connsiteX6" fmla="*/ 296766 w 3354056"/>
              <a:gd name="connsiteY6" fmla="*/ 1780561 h 1780561"/>
              <a:gd name="connsiteX7" fmla="*/ 0 w 3354056"/>
              <a:gd name="connsiteY7" fmla="*/ 1483795 h 1780561"/>
              <a:gd name="connsiteX8" fmla="*/ 0 w 3354056"/>
              <a:gd name="connsiteY8" fmla="*/ 296766 h 178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54056" h="1780561" extrusionOk="0">
                <a:moveTo>
                  <a:pt x="0" y="296766"/>
                </a:moveTo>
                <a:cubicBezTo>
                  <a:pt x="-22170" y="119192"/>
                  <a:pt x="116805" y="6028"/>
                  <a:pt x="296766" y="0"/>
                </a:cubicBezTo>
                <a:cubicBezTo>
                  <a:pt x="777726" y="132882"/>
                  <a:pt x="2538252" y="-84951"/>
                  <a:pt x="3057290" y="0"/>
                </a:cubicBezTo>
                <a:cubicBezTo>
                  <a:pt x="3203766" y="17015"/>
                  <a:pt x="3353270" y="137209"/>
                  <a:pt x="3354056" y="296766"/>
                </a:cubicBezTo>
                <a:cubicBezTo>
                  <a:pt x="3454337" y="739980"/>
                  <a:pt x="3403120" y="1017276"/>
                  <a:pt x="3354056" y="1483795"/>
                </a:cubicBezTo>
                <a:cubicBezTo>
                  <a:pt x="3357423" y="1648093"/>
                  <a:pt x="3223885" y="1775013"/>
                  <a:pt x="3057290" y="1780561"/>
                </a:cubicBezTo>
                <a:cubicBezTo>
                  <a:pt x="2414234" y="1868200"/>
                  <a:pt x="1389017" y="1707882"/>
                  <a:pt x="296766" y="1780561"/>
                </a:cubicBezTo>
                <a:cubicBezTo>
                  <a:pt x="131012" y="1762869"/>
                  <a:pt x="-15837" y="1669704"/>
                  <a:pt x="0" y="1483795"/>
                </a:cubicBezTo>
                <a:cubicBezTo>
                  <a:pt x="71951" y="897115"/>
                  <a:pt x="-74833" y="757696"/>
                  <a:pt x="0" y="296766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CD71A9C3-DE46-D5B9-B298-F7C4D27DA82C}"/>
                  </a:ext>
                </a:extLst>
              </p14:cNvPr>
              <p14:cNvContentPartPr/>
              <p14:nvPr/>
            </p14:nvContentPartPr>
            <p14:xfrm>
              <a:off x="9996695" y="6547629"/>
              <a:ext cx="2100600" cy="14148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CD71A9C3-DE46-D5B9-B298-F7C4D27DA8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33695" y="6484629"/>
                <a:ext cx="222624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3572899D-DB57-6946-B8D1-EEBCD63A5C76}"/>
                  </a:ext>
                </a:extLst>
              </p14:cNvPr>
              <p14:cNvContentPartPr/>
              <p14:nvPr/>
            </p14:nvContentPartPr>
            <p14:xfrm>
              <a:off x="8743242" y="4773574"/>
              <a:ext cx="482760" cy="2736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3572899D-DB57-6946-B8D1-EEBCD63A5C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80242" y="4711392"/>
                <a:ext cx="608400" cy="151368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873C559B-65CC-1440-2FFE-09B6509676C4}"/>
              </a:ext>
            </a:extLst>
          </p:cNvPr>
          <p:cNvSpPr/>
          <p:nvPr/>
        </p:nvSpPr>
        <p:spPr>
          <a:xfrm>
            <a:off x="5364009" y="2575702"/>
            <a:ext cx="6600724" cy="2196157"/>
          </a:xfrm>
          <a:custGeom>
            <a:avLst/>
            <a:gdLst>
              <a:gd name="connsiteX0" fmla="*/ 0 w 6600724"/>
              <a:gd name="connsiteY0" fmla="*/ 366033 h 2196157"/>
              <a:gd name="connsiteX1" fmla="*/ 366033 w 6600724"/>
              <a:gd name="connsiteY1" fmla="*/ 0 h 2196157"/>
              <a:gd name="connsiteX2" fmla="*/ 6234691 w 6600724"/>
              <a:gd name="connsiteY2" fmla="*/ 0 h 2196157"/>
              <a:gd name="connsiteX3" fmla="*/ 6600724 w 6600724"/>
              <a:gd name="connsiteY3" fmla="*/ 366033 h 2196157"/>
              <a:gd name="connsiteX4" fmla="*/ 6600724 w 6600724"/>
              <a:gd name="connsiteY4" fmla="*/ 1830124 h 2196157"/>
              <a:gd name="connsiteX5" fmla="*/ 6234691 w 6600724"/>
              <a:gd name="connsiteY5" fmla="*/ 2196157 h 2196157"/>
              <a:gd name="connsiteX6" fmla="*/ 366033 w 6600724"/>
              <a:gd name="connsiteY6" fmla="*/ 2196157 h 2196157"/>
              <a:gd name="connsiteX7" fmla="*/ 0 w 6600724"/>
              <a:gd name="connsiteY7" fmla="*/ 1830124 h 2196157"/>
              <a:gd name="connsiteX8" fmla="*/ 0 w 6600724"/>
              <a:gd name="connsiteY8" fmla="*/ 366033 h 2196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00724" h="2196157" extrusionOk="0">
                <a:moveTo>
                  <a:pt x="0" y="366033"/>
                </a:moveTo>
                <a:cubicBezTo>
                  <a:pt x="-29682" y="145571"/>
                  <a:pt x="141082" y="8556"/>
                  <a:pt x="366033" y="0"/>
                </a:cubicBezTo>
                <a:cubicBezTo>
                  <a:pt x="1107075" y="132882"/>
                  <a:pt x="4570200" y="-84951"/>
                  <a:pt x="6234691" y="0"/>
                </a:cubicBezTo>
                <a:cubicBezTo>
                  <a:pt x="6428948" y="7712"/>
                  <a:pt x="6598849" y="174243"/>
                  <a:pt x="6600724" y="366033"/>
                </a:cubicBezTo>
                <a:cubicBezTo>
                  <a:pt x="6584134" y="798176"/>
                  <a:pt x="6558445" y="1383054"/>
                  <a:pt x="6600724" y="1830124"/>
                </a:cubicBezTo>
                <a:cubicBezTo>
                  <a:pt x="6631075" y="2035879"/>
                  <a:pt x="6452248" y="2164457"/>
                  <a:pt x="6234691" y="2196157"/>
                </a:cubicBezTo>
                <a:cubicBezTo>
                  <a:pt x="5438063" y="2283796"/>
                  <a:pt x="1594420" y="2123478"/>
                  <a:pt x="366033" y="2196157"/>
                </a:cubicBezTo>
                <a:cubicBezTo>
                  <a:pt x="162566" y="2183638"/>
                  <a:pt x="-12337" y="2049424"/>
                  <a:pt x="0" y="1830124"/>
                </a:cubicBezTo>
                <a:cubicBezTo>
                  <a:pt x="63707" y="1186049"/>
                  <a:pt x="15317" y="957851"/>
                  <a:pt x="0" y="366033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33" name="구부러진 연결선[U] 32">
            <a:extLst>
              <a:ext uri="{FF2B5EF4-FFF2-40B4-BE49-F238E27FC236}">
                <a16:creationId xmlns:a16="http://schemas.microsoft.com/office/drawing/2014/main" id="{CF3D771B-4B86-EE9D-8B37-3B85814B3004}"/>
              </a:ext>
            </a:extLst>
          </p:cNvPr>
          <p:cNvCxnSpPr>
            <a:cxnSpLocks/>
            <a:stCxn id="11" idx="6"/>
            <a:endCxn id="39" idx="1"/>
          </p:cNvCxnSpPr>
          <p:nvPr/>
        </p:nvCxnSpPr>
        <p:spPr>
          <a:xfrm>
            <a:off x="4307514" y="3063771"/>
            <a:ext cx="923934" cy="526781"/>
          </a:xfrm>
          <a:prstGeom prst="curvedConnector3">
            <a:avLst>
              <a:gd name="adj1" fmla="val 50000"/>
            </a:avLst>
          </a:prstGeom>
          <a:ln w="28575" cap="flat" cmpd="sng" algn="ctr">
            <a:solidFill>
              <a:schemeClr val="tx1">
                <a:alpha val="60156"/>
              </a:schemeClr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2325840-CD88-F120-A998-DBAE560933F2}"/>
              </a:ext>
            </a:extLst>
          </p:cNvPr>
          <p:cNvSpPr txBox="1"/>
          <p:nvPr/>
        </p:nvSpPr>
        <p:spPr>
          <a:xfrm>
            <a:off x="8783783" y="5193132"/>
            <a:ext cx="3180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highlight>
                  <a:srgbClr val="F9FCFD"/>
                </a:highlight>
              </a:rPr>
              <a:t>Class Emoji</a:t>
            </a: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F99BFC84-3F54-7C9E-B039-C95B3227F3E8}"/>
              </a:ext>
            </a:extLst>
          </p:cNvPr>
          <p:cNvCxnSpPr>
            <a:cxnSpLocks/>
          </p:cNvCxnSpPr>
          <p:nvPr/>
        </p:nvCxnSpPr>
        <p:spPr>
          <a:xfrm>
            <a:off x="9070494" y="5670570"/>
            <a:ext cx="2147614" cy="0"/>
          </a:xfrm>
          <a:prstGeom prst="line">
            <a:avLst/>
          </a:prstGeom>
          <a:ln w="12700" cmpd="dbl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5F2295-7F33-370F-27FC-3C8E9998D1F2}"/>
              </a:ext>
            </a:extLst>
          </p:cNvPr>
          <p:cNvSpPr txBox="1"/>
          <p:nvPr/>
        </p:nvSpPr>
        <p:spPr>
          <a:xfrm>
            <a:off x="8783783" y="5725701"/>
            <a:ext cx="3048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dirty="0"/>
              <a:t>Method : </a:t>
            </a:r>
            <a:r>
              <a:rPr lang="en-US" altLang="ko-KR" sz="1800" b="1" dirty="0" err="1"/>
              <a:t>RollBook</a:t>
            </a:r>
            <a:endParaRPr lang="en-US" altLang="ko-KR" sz="1800" b="1" dirty="0">
              <a:highlight>
                <a:srgbClr val="F9FCFD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0A4D1E-A2FB-5220-8EAF-E9FC369446C1}"/>
              </a:ext>
            </a:extLst>
          </p:cNvPr>
          <p:cNvSpPr txBox="1"/>
          <p:nvPr/>
        </p:nvSpPr>
        <p:spPr>
          <a:xfrm>
            <a:off x="5436741" y="5221250"/>
            <a:ext cx="3118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highlight>
                  <a:srgbClr val="F9FCFD"/>
                </a:highlight>
              </a:rPr>
              <a:t>Class </a:t>
            </a:r>
            <a:r>
              <a:rPr lang="en-US" altLang="ko-KR" sz="2800" b="1" dirty="0" err="1">
                <a:highlight>
                  <a:srgbClr val="F9FCFD"/>
                </a:highlight>
              </a:rPr>
              <a:t>Strplot</a:t>
            </a:r>
            <a:endParaRPr lang="en-US" altLang="ko-KR" sz="2800" b="1" dirty="0">
              <a:highlight>
                <a:srgbClr val="F9FCFD"/>
              </a:highlight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5647296F-7A17-01E1-74B9-B3528A82DDD9}"/>
              </a:ext>
            </a:extLst>
          </p:cNvPr>
          <p:cNvCxnSpPr>
            <a:cxnSpLocks/>
          </p:cNvCxnSpPr>
          <p:nvPr/>
        </p:nvCxnSpPr>
        <p:spPr>
          <a:xfrm>
            <a:off x="6018534" y="5718682"/>
            <a:ext cx="2147614" cy="0"/>
          </a:xfrm>
          <a:prstGeom prst="line">
            <a:avLst/>
          </a:prstGeom>
          <a:ln w="12700" cmpd="dbl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ED6D7FB-EA9B-9FB9-ED34-B755EB767B36}"/>
              </a:ext>
            </a:extLst>
          </p:cNvPr>
          <p:cNvSpPr txBox="1"/>
          <p:nvPr/>
        </p:nvSpPr>
        <p:spPr>
          <a:xfrm>
            <a:off x="5436742" y="5736742"/>
            <a:ext cx="3118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dirty="0"/>
              <a:t>Method : </a:t>
            </a:r>
            <a:r>
              <a:rPr lang="en-US" altLang="ko-KR" sz="1800" b="1" dirty="0" err="1"/>
              <a:t>Strplot</a:t>
            </a:r>
            <a:endParaRPr lang="en-US" altLang="ko-KR" sz="1800" b="1" dirty="0">
              <a:highlight>
                <a:srgbClr val="F9FCFD"/>
              </a:highlight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9BA11193-9C56-F0AA-7914-0FFD8BEE6A78}"/>
              </a:ext>
            </a:extLst>
          </p:cNvPr>
          <p:cNvSpPr/>
          <p:nvPr/>
        </p:nvSpPr>
        <p:spPr>
          <a:xfrm>
            <a:off x="5198062" y="556976"/>
            <a:ext cx="3469481" cy="1858966"/>
          </a:xfrm>
          <a:custGeom>
            <a:avLst/>
            <a:gdLst>
              <a:gd name="connsiteX0" fmla="*/ 0 w 3469481"/>
              <a:gd name="connsiteY0" fmla="*/ 309834 h 1858966"/>
              <a:gd name="connsiteX1" fmla="*/ 309834 w 3469481"/>
              <a:gd name="connsiteY1" fmla="*/ 0 h 1858966"/>
              <a:gd name="connsiteX2" fmla="*/ 3159647 w 3469481"/>
              <a:gd name="connsiteY2" fmla="*/ 0 h 1858966"/>
              <a:gd name="connsiteX3" fmla="*/ 3469481 w 3469481"/>
              <a:gd name="connsiteY3" fmla="*/ 309834 h 1858966"/>
              <a:gd name="connsiteX4" fmla="*/ 3469481 w 3469481"/>
              <a:gd name="connsiteY4" fmla="*/ 1549132 h 1858966"/>
              <a:gd name="connsiteX5" fmla="*/ 3159647 w 3469481"/>
              <a:gd name="connsiteY5" fmla="*/ 1858966 h 1858966"/>
              <a:gd name="connsiteX6" fmla="*/ 309834 w 3469481"/>
              <a:gd name="connsiteY6" fmla="*/ 1858966 h 1858966"/>
              <a:gd name="connsiteX7" fmla="*/ 0 w 3469481"/>
              <a:gd name="connsiteY7" fmla="*/ 1549132 h 1858966"/>
              <a:gd name="connsiteX8" fmla="*/ 0 w 3469481"/>
              <a:gd name="connsiteY8" fmla="*/ 309834 h 1858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69481" h="1858966" extrusionOk="0">
                <a:moveTo>
                  <a:pt x="0" y="309834"/>
                </a:moveTo>
                <a:cubicBezTo>
                  <a:pt x="-17220" y="128096"/>
                  <a:pt x="133583" y="1927"/>
                  <a:pt x="309834" y="0"/>
                </a:cubicBezTo>
                <a:cubicBezTo>
                  <a:pt x="1180941" y="132882"/>
                  <a:pt x="2825440" y="-84951"/>
                  <a:pt x="3159647" y="0"/>
                </a:cubicBezTo>
                <a:cubicBezTo>
                  <a:pt x="3321885" y="8671"/>
                  <a:pt x="3464507" y="166211"/>
                  <a:pt x="3469481" y="309834"/>
                </a:cubicBezTo>
                <a:cubicBezTo>
                  <a:pt x="3375666" y="511066"/>
                  <a:pt x="3434622" y="1254871"/>
                  <a:pt x="3469481" y="1549132"/>
                </a:cubicBezTo>
                <a:cubicBezTo>
                  <a:pt x="3478925" y="1721369"/>
                  <a:pt x="3331828" y="1856777"/>
                  <a:pt x="3159647" y="1858966"/>
                </a:cubicBezTo>
                <a:cubicBezTo>
                  <a:pt x="2049068" y="1946605"/>
                  <a:pt x="1154940" y="1786287"/>
                  <a:pt x="309834" y="1858966"/>
                </a:cubicBezTo>
                <a:cubicBezTo>
                  <a:pt x="136459" y="1837436"/>
                  <a:pt x="-6712" y="1729577"/>
                  <a:pt x="0" y="1549132"/>
                </a:cubicBezTo>
                <a:cubicBezTo>
                  <a:pt x="-26461" y="1002521"/>
                  <a:pt x="74856" y="622514"/>
                  <a:pt x="0" y="309834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0658A554-33BD-BA8F-D9EE-B3FCDE042A1F}"/>
              </a:ext>
            </a:extLst>
          </p:cNvPr>
          <p:cNvSpPr/>
          <p:nvPr/>
        </p:nvSpPr>
        <p:spPr>
          <a:xfrm>
            <a:off x="8726278" y="4931619"/>
            <a:ext cx="3258446" cy="1543694"/>
          </a:xfrm>
          <a:custGeom>
            <a:avLst/>
            <a:gdLst>
              <a:gd name="connsiteX0" fmla="*/ 0 w 3258446"/>
              <a:gd name="connsiteY0" fmla="*/ 257287 h 1543694"/>
              <a:gd name="connsiteX1" fmla="*/ 257287 w 3258446"/>
              <a:gd name="connsiteY1" fmla="*/ 0 h 1543694"/>
              <a:gd name="connsiteX2" fmla="*/ 3001159 w 3258446"/>
              <a:gd name="connsiteY2" fmla="*/ 0 h 1543694"/>
              <a:gd name="connsiteX3" fmla="*/ 3258446 w 3258446"/>
              <a:gd name="connsiteY3" fmla="*/ 257287 h 1543694"/>
              <a:gd name="connsiteX4" fmla="*/ 3258446 w 3258446"/>
              <a:gd name="connsiteY4" fmla="*/ 1286407 h 1543694"/>
              <a:gd name="connsiteX5" fmla="*/ 3001159 w 3258446"/>
              <a:gd name="connsiteY5" fmla="*/ 1543694 h 1543694"/>
              <a:gd name="connsiteX6" fmla="*/ 257287 w 3258446"/>
              <a:gd name="connsiteY6" fmla="*/ 1543694 h 1543694"/>
              <a:gd name="connsiteX7" fmla="*/ 0 w 3258446"/>
              <a:gd name="connsiteY7" fmla="*/ 1286407 h 1543694"/>
              <a:gd name="connsiteX8" fmla="*/ 0 w 3258446"/>
              <a:gd name="connsiteY8" fmla="*/ 257287 h 1543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58446" h="1543694" extrusionOk="0">
                <a:moveTo>
                  <a:pt x="0" y="257287"/>
                </a:moveTo>
                <a:cubicBezTo>
                  <a:pt x="-3085" y="113288"/>
                  <a:pt x="106483" y="3268"/>
                  <a:pt x="257287" y="0"/>
                </a:cubicBezTo>
                <a:cubicBezTo>
                  <a:pt x="1456717" y="132882"/>
                  <a:pt x="2037549" y="-84951"/>
                  <a:pt x="3001159" y="0"/>
                </a:cubicBezTo>
                <a:cubicBezTo>
                  <a:pt x="3138995" y="4161"/>
                  <a:pt x="3254627" y="136299"/>
                  <a:pt x="3258446" y="257287"/>
                </a:cubicBezTo>
                <a:cubicBezTo>
                  <a:pt x="3220025" y="623137"/>
                  <a:pt x="3210488" y="1105917"/>
                  <a:pt x="3258446" y="1286407"/>
                </a:cubicBezTo>
                <a:cubicBezTo>
                  <a:pt x="3270108" y="1429886"/>
                  <a:pt x="3154887" y="1519755"/>
                  <a:pt x="3001159" y="1543694"/>
                </a:cubicBezTo>
                <a:cubicBezTo>
                  <a:pt x="2079246" y="1631333"/>
                  <a:pt x="752829" y="1471015"/>
                  <a:pt x="257287" y="1543694"/>
                </a:cubicBezTo>
                <a:cubicBezTo>
                  <a:pt x="112698" y="1519917"/>
                  <a:pt x="-2193" y="1431551"/>
                  <a:pt x="0" y="1286407"/>
                </a:cubicBezTo>
                <a:cubicBezTo>
                  <a:pt x="-14143" y="1163282"/>
                  <a:pt x="56951" y="634308"/>
                  <a:pt x="0" y="257287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8" name="직선 연결선 2">
            <a:extLst>
              <a:ext uri="{FF2B5EF4-FFF2-40B4-BE49-F238E27FC236}">
                <a16:creationId xmlns:a16="http://schemas.microsoft.com/office/drawing/2014/main" id="{58963DC0-186A-2514-D27F-7428BC2F22A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36521B9-4E00-E344-F8A8-195EA00C8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957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BA2C033B-96EE-4719-489D-BCFDA43BC4EC}"/>
                  </a:ext>
                </a:extLst>
              </p14:cNvPr>
              <p14:cNvContentPartPr/>
              <p14:nvPr/>
            </p14:nvContentPartPr>
            <p14:xfrm>
              <a:off x="11936486" y="6596983"/>
              <a:ext cx="360" cy="360"/>
            </p14:xfrm>
          </p:contentPart>
        </mc:Choice>
        <mc:Fallback xmlns=""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BA2C033B-96EE-4719-489D-BCFDA43BC4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73486" y="6533983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그룹 32">
            <a:extLst>
              <a:ext uri="{FF2B5EF4-FFF2-40B4-BE49-F238E27FC236}">
                <a16:creationId xmlns:a16="http://schemas.microsoft.com/office/drawing/2014/main" id="{0BA9F569-B693-BD12-CB6B-00B48A676CC1}"/>
              </a:ext>
            </a:extLst>
          </p:cNvPr>
          <p:cNvGrpSpPr/>
          <p:nvPr/>
        </p:nvGrpSpPr>
        <p:grpSpPr>
          <a:xfrm>
            <a:off x="10100846" y="6566023"/>
            <a:ext cx="991440" cy="47520"/>
            <a:chOff x="10100846" y="6566023"/>
            <a:chExt cx="991440" cy="4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904B5BA2-D9EA-80E8-0C8A-39FE3F6F10B0}"/>
                    </a:ext>
                  </a:extLst>
                </p14:cNvPr>
                <p14:cNvContentPartPr/>
                <p14:nvPr/>
              </p14:nvContentPartPr>
              <p14:xfrm>
                <a:off x="10100846" y="6566023"/>
                <a:ext cx="991440" cy="4752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904B5BA2-D9EA-80E8-0C8A-39FE3F6F10B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37846" y="6503497"/>
                  <a:ext cx="1117080" cy="1722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FC0E1F87-754A-3FBE-9353-28D46C69FB4D}"/>
                    </a:ext>
                  </a:extLst>
                </p14:cNvPr>
                <p14:cNvContentPartPr/>
                <p14:nvPr/>
              </p14:nvContentPartPr>
              <p14:xfrm>
                <a:off x="10104446" y="6578983"/>
                <a:ext cx="360" cy="36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FC0E1F87-754A-3FBE-9353-28D46C69FB4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41446" y="651598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C24606D2-8B96-B425-EB3E-8D6F3AA10C51}"/>
                    </a:ext>
                  </a:extLst>
                </p14:cNvPr>
                <p14:cNvContentPartPr/>
                <p14:nvPr/>
              </p14:nvContentPartPr>
              <p14:xfrm>
                <a:off x="10131446" y="6593023"/>
                <a:ext cx="360" cy="36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C24606D2-8B96-B425-EB3E-8D6F3AA10C5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68446" y="653002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D6CC177B-8379-E02B-7F00-51BA8F916BE4}"/>
                  </a:ext>
                </a:extLst>
              </p14:cNvPr>
              <p14:cNvContentPartPr/>
              <p14:nvPr/>
            </p14:nvContentPartPr>
            <p14:xfrm>
              <a:off x="10152292" y="6611147"/>
              <a:ext cx="1940760" cy="164223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D6CC177B-8379-E02B-7F00-51BA8F916BE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89280" y="6547845"/>
                <a:ext cx="2066423" cy="290465"/>
              </a:xfrm>
              <a:prstGeom prst="rect">
                <a:avLst/>
              </a:prstGeom>
            </p:spPr>
          </p:pic>
        </mc:Fallback>
      </mc:AlternateContent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13476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4</a:t>
            </a:r>
            <a:r>
              <a:rPr lang="ko-KR" altLang="en-US" sz="1600" b="1" dirty="0"/>
              <a:t> 구성도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3BB2C81-2C36-BFAF-F8BF-91BC4B766C18}"/>
              </a:ext>
            </a:extLst>
          </p:cNvPr>
          <p:cNvSpPr/>
          <p:nvPr/>
        </p:nvSpPr>
        <p:spPr>
          <a:xfrm>
            <a:off x="245097" y="942680"/>
            <a:ext cx="3554231" cy="56426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F677B01-8FB5-8DC6-B676-456D321BD005}"/>
              </a:ext>
            </a:extLst>
          </p:cNvPr>
          <p:cNvSpPr/>
          <p:nvPr/>
        </p:nvSpPr>
        <p:spPr>
          <a:xfrm>
            <a:off x="748093" y="1013475"/>
            <a:ext cx="3519241" cy="4520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454894-0171-1E1A-CBB1-970768B52DC7}"/>
              </a:ext>
            </a:extLst>
          </p:cNvPr>
          <p:cNvSpPr txBox="1"/>
          <p:nvPr/>
        </p:nvSpPr>
        <p:spPr>
          <a:xfrm>
            <a:off x="2518505" y="3045354"/>
            <a:ext cx="258533" cy="508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53C824-937A-E110-963F-5F8649640E2E}"/>
              </a:ext>
            </a:extLst>
          </p:cNvPr>
          <p:cNvSpPr txBox="1"/>
          <p:nvPr/>
        </p:nvSpPr>
        <p:spPr>
          <a:xfrm>
            <a:off x="422338" y="5204503"/>
            <a:ext cx="31117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2000" dirty="0"/>
          </a:p>
          <a:p>
            <a:pPr algn="ctr"/>
            <a:r>
              <a:rPr lang="en-US" altLang="ko-KR" sz="2000" dirty="0" err="1"/>
              <a:t>miniKeyGame</a:t>
            </a:r>
            <a:r>
              <a:rPr lang="ko-KR" altLang="en-US" sz="2000" dirty="0"/>
              <a:t> 에서</a:t>
            </a:r>
            <a:endParaRPr lang="en-US" altLang="ko-KR" sz="2000" dirty="0"/>
          </a:p>
          <a:p>
            <a:pPr algn="ctr"/>
            <a:r>
              <a:rPr lang="ko-KR" altLang="en-US" sz="2000" dirty="0"/>
              <a:t>필요한 전역 변수 </a:t>
            </a:r>
            <a:endParaRPr lang="en-US" altLang="ko-KR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CA7F28-1BA9-633D-4F8E-6D730B3B3494}"/>
              </a:ext>
            </a:extLst>
          </p:cNvPr>
          <p:cNvSpPr txBox="1"/>
          <p:nvPr/>
        </p:nvSpPr>
        <p:spPr>
          <a:xfrm>
            <a:off x="4212385" y="5200192"/>
            <a:ext cx="78806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게임 </a:t>
            </a:r>
            <a:r>
              <a:rPr lang="ko-KR" altLang="en-US" sz="2000" dirty="0" err="1"/>
              <a:t>시작시</a:t>
            </a:r>
            <a:r>
              <a:rPr lang="ko-KR" altLang="en-US" sz="2000" dirty="0"/>
              <a:t> 지급되는 하트</a:t>
            </a:r>
            <a:r>
              <a:rPr lang="en-US" altLang="ko-KR" sz="2000" dirty="0"/>
              <a:t>3</a:t>
            </a:r>
            <a:r>
              <a:rPr lang="ko-KR" altLang="en-US" sz="2000" dirty="0"/>
              <a:t>개 </a:t>
            </a:r>
            <a:r>
              <a:rPr lang="ko-KR" altLang="en-US" sz="2000" dirty="0" err="1"/>
              <a:t>이모지</a:t>
            </a:r>
            <a:r>
              <a:rPr lang="ko-KR" altLang="en-US" sz="2000" dirty="0"/>
              <a:t> 출력</a:t>
            </a:r>
            <a:endParaRPr lang="en-US" altLang="ko-KR" sz="2000" dirty="0"/>
          </a:p>
          <a:p>
            <a:pPr algn="ctr"/>
            <a:r>
              <a:rPr lang="en-US" altLang="ko-KR" sz="2000" dirty="0"/>
              <a:t>while</a:t>
            </a:r>
            <a:r>
              <a:rPr lang="ko-KR" altLang="en-US" sz="2000" dirty="0"/>
              <a:t>문을 사용한 </a:t>
            </a:r>
            <a:r>
              <a:rPr lang="ko-KR" altLang="en-US" sz="2000" dirty="0" err="1"/>
              <a:t>반복문</a:t>
            </a:r>
            <a:r>
              <a:rPr lang="ko-KR" altLang="en-US" sz="2000" dirty="0"/>
              <a:t> 시작</a:t>
            </a:r>
            <a:endParaRPr lang="en-US" altLang="ko-KR" sz="2000" dirty="0"/>
          </a:p>
          <a:p>
            <a:pPr algn="ctr"/>
            <a:r>
              <a:rPr lang="en-US" altLang="ko-KR" sz="2000" dirty="0"/>
              <a:t>Stage</a:t>
            </a:r>
            <a:r>
              <a:rPr lang="ko-KR" altLang="en-US" sz="2000" dirty="0"/>
              <a:t>별 랜덤 문제를 받기위해 </a:t>
            </a:r>
            <a:r>
              <a:rPr lang="en-US" altLang="ko-KR" sz="2000" dirty="0"/>
              <a:t>Stage</a:t>
            </a:r>
            <a:r>
              <a:rPr lang="ko-KR" altLang="en-US" sz="2000" dirty="0"/>
              <a:t> </a:t>
            </a:r>
            <a:r>
              <a:rPr lang="en-US" altLang="ko-KR" sz="2000" dirty="0"/>
              <a:t>Class</a:t>
            </a:r>
            <a:r>
              <a:rPr lang="ko-KR" altLang="en-US" sz="2000" dirty="0" err="1"/>
              <a:t>를</a:t>
            </a:r>
            <a:r>
              <a:rPr lang="ko-KR" altLang="en-US" sz="2000" dirty="0"/>
              <a:t> 참조하여</a:t>
            </a:r>
            <a:endParaRPr lang="en-US" altLang="ko-KR" sz="2000" dirty="0"/>
          </a:p>
          <a:p>
            <a:pPr algn="ctr"/>
            <a:r>
              <a:rPr lang="en-US" altLang="ko-KR" sz="2000" dirty="0" err="1"/>
              <a:t>whatStage</a:t>
            </a:r>
            <a:r>
              <a:rPr lang="ko-KR" altLang="en-US" sz="2000" dirty="0"/>
              <a:t> 메소드를 사용합니다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리턴되는</a:t>
            </a:r>
            <a:r>
              <a:rPr lang="ko-KR" altLang="en-US" sz="2000" dirty="0"/>
              <a:t> 값을 문제로 사용합니다</a:t>
            </a:r>
            <a:endParaRPr lang="en-US" altLang="ko-KR" sz="2000" dirty="0"/>
          </a:p>
          <a:p>
            <a:pPr algn="ctr"/>
            <a:endParaRPr lang="en-US" altLang="ko-KR" sz="2000" dirty="0"/>
          </a:p>
          <a:p>
            <a:pPr algn="ctr"/>
            <a:endParaRPr lang="en-US" altLang="ko-KR" sz="2000" dirty="0"/>
          </a:p>
          <a:p>
            <a:pPr algn="ctr"/>
            <a:endParaRPr lang="en-US" altLang="ko-KR" sz="2000" dirty="0"/>
          </a:p>
          <a:p>
            <a:pPr algn="ctr"/>
            <a:endParaRPr lang="en-US" altLang="ko-KR" sz="2000" dirty="0"/>
          </a:p>
          <a:p>
            <a:pPr algn="ctr"/>
            <a:endParaRPr lang="ko-KR" altLang="en-US" sz="20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F2D8E7-245F-9606-DAA2-0E0C33E71CDC}"/>
              </a:ext>
            </a:extLst>
          </p:cNvPr>
          <p:cNvSpPr/>
          <p:nvPr/>
        </p:nvSpPr>
        <p:spPr>
          <a:xfrm>
            <a:off x="4330946" y="922879"/>
            <a:ext cx="7605540" cy="56426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오른쪽 화살표[R] 25">
            <a:extLst>
              <a:ext uri="{FF2B5EF4-FFF2-40B4-BE49-F238E27FC236}">
                <a16:creationId xmlns:a16="http://schemas.microsoft.com/office/drawing/2014/main" id="{3260C7A5-925A-CB81-CD43-F27A4E33F239}"/>
              </a:ext>
            </a:extLst>
          </p:cNvPr>
          <p:cNvSpPr/>
          <p:nvPr/>
        </p:nvSpPr>
        <p:spPr>
          <a:xfrm>
            <a:off x="3167849" y="5780381"/>
            <a:ext cx="1771796" cy="3734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0BED49-3EC4-630A-CD95-F78D8007F4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2338" y="1219955"/>
            <a:ext cx="3174439" cy="378597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6213776-5B7C-EF3E-E133-D654AFD67D9C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9033"/>
          <a:stretch/>
        </p:blipFill>
        <p:spPr>
          <a:xfrm>
            <a:off x="4519169" y="1219955"/>
            <a:ext cx="7222212" cy="3785976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BA8DB6-2E5C-82E6-F7D1-396BB0E2B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905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13B2B03-9958-7080-A8FA-B021EDFEB92B}"/>
              </a:ext>
            </a:extLst>
          </p:cNvPr>
          <p:cNvSpPr/>
          <p:nvPr/>
        </p:nvSpPr>
        <p:spPr>
          <a:xfrm>
            <a:off x="546754" y="924257"/>
            <a:ext cx="11104775" cy="2050204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AAE5F6-97C6-5768-5372-CE3519C249BD}"/>
              </a:ext>
            </a:extLst>
          </p:cNvPr>
          <p:cNvSpPr/>
          <p:nvPr/>
        </p:nvSpPr>
        <p:spPr>
          <a:xfrm>
            <a:off x="546754" y="3667027"/>
            <a:ext cx="11104775" cy="2631296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6E3A30-AC1B-F0AA-579F-425170F442B5}"/>
              </a:ext>
            </a:extLst>
          </p:cNvPr>
          <p:cNvSpPr txBox="1"/>
          <p:nvPr/>
        </p:nvSpPr>
        <p:spPr>
          <a:xfrm flipH="1">
            <a:off x="5420920" y="2412946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dirty="0">
              <a:solidFill>
                <a:srgbClr val="146772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3F2EE1-E72C-4DD3-0605-83467FBC130B}"/>
              </a:ext>
            </a:extLst>
          </p:cNvPr>
          <p:cNvCxnSpPr>
            <a:cxnSpLocks/>
          </p:cNvCxnSpPr>
          <p:nvPr/>
        </p:nvCxnSpPr>
        <p:spPr>
          <a:xfrm>
            <a:off x="5803496" y="2974468"/>
            <a:ext cx="0" cy="677510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FA96696-4197-AB01-41F5-C2A0B82632DA}"/>
              </a:ext>
            </a:extLst>
          </p:cNvPr>
          <p:cNvCxnSpPr>
            <a:cxnSpLocks/>
          </p:cNvCxnSpPr>
          <p:nvPr/>
        </p:nvCxnSpPr>
        <p:spPr>
          <a:xfrm flipV="1">
            <a:off x="5904048" y="2974468"/>
            <a:ext cx="0" cy="677510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9B12485-4B13-FB13-357A-E9E7E264926F}"/>
              </a:ext>
            </a:extLst>
          </p:cNvPr>
          <p:cNvSpPr txBox="1"/>
          <p:nvPr/>
        </p:nvSpPr>
        <p:spPr>
          <a:xfrm>
            <a:off x="150897" y="278054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Part 4</a:t>
            </a:r>
            <a:r>
              <a:rPr lang="ko-KR" altLang="en-US" sz="1600" b="1" dirty="0"/>
              <a:t> 구성도</a:t>
            </a:r>
          </a:p>
        </p:txBody>
      </p:sp>
      <p:cxnSp>
        <p:nvCxnSpPr>
          <p:cNvPr id="9" name="직선 연결선 2">
            <a:extLst>
              <a:ext uri="{FF2B5EF4-FFF2-40B4-BE49-F238E27FC236}">
                <a16:creationId xmlns:a16="http://schemas.microsoft.com/office/drawing/2014/main" id="{66D2A950-BC67-A408-7312-ACC27C52CFD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7C0DD4EF-C0EE-1B60-831C-224A504C6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813" y="1441604"/>
            <a:ext cx="7637315" cy="1340674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</p:pic>
      <p:pic>
        <p:nvPicPr>
          <p:cNvPr id="23" name="그래픽 22" descr="말풍선 단색으로 채워진">
            <a:extLst>
              <a:ext uri="{FF2B5EF4-FFF2-40B4-BE49-F238E27FC236}">
                <a16:creationId xmlns:a16="http://schemas.microsoft.com/office/drawing/2014/main" id="{1B1DAE09-329F-EE34-68B2-03351ED43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0030" y="390953"/>
            <a:ext cx="1157004" cy="115700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DF39D53-1506-D431-3A3F-411BCE2B7EFE}"/>
              </a:ext>
            </a:extLst>
          </p:cNvPr>
          <p:cNvSpPr txBox="1"/>
          <p:nvPr/>
        </p:nvSpPr>
        <p:spPr>
          <a:xfrm>
            <a:off x="4552243" y="956450"/>
            <a:ext cx="30875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b="1" dirty="0" err="1"/>
              <a:t>miniKeyGame</a:t>
            </a:r>
            <a:r>
              <a:rPr kumimoji="1" lang="en-US" altLang="ko-KR" sz="2800" b="1" dirty="0"/>
              <a:t> Class</a:t>
            </a:r>
            <a:endParaRPr kumimoji="1" lang="ko-KR" altLang="en-US" sz="2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ADF759-F4B7-1B7A-B47E-8B001AECEA58}"/>
              </a:ext>
            </a:extLst>
          </p:cNvPr>
          <p:cNvSpPr txBox="1"/>
          <p:nvPr/>
        </p:nvSpPr>
        <p:spPr>
          <a:xfrm>
            <a:off x="6598506" y="4364973"/>
            <a:ext cx="612270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800" b="1" dirty="0"/>
              <a:t>choice Class .</a:t>
            </a:r>
          </a:p>
          <a:p>
            <a:pPr algn="ctr"/>
            <a:r>
              <a:rPr kumimoji="1" lang="en-US" altLang="ko-KR" sz="2800" b="1" dirty="0" err="1"/>
              <a:t>endChoice</a:t>
            </a:r>
            <a:r>
              <a:rPr kumimoji="1" lang="en-US" altLang="ko-KR" sz="2800" b="1" dirty="0"/>
              <a:t> Method</a:t>
            </a:r>
          </a:p>
          <a:p>
            <a:pPr algn="ctr"/>
            <a:r>
              <a:rPr kumimoji="1" lang="en-US" altLang="ko-KR" b="1" dirty="0"/>
              <a:t>Boolean type</a:t>
            </a:r>
            <a:r>
              <a:rPr kumimoji="1" lang="ko-KR" altLang="en-US" b="1" dirty="0"/>
              <a:t>을 반환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992C09-C93C-CD81-DBDB-B78AE767FB42}"/>
              </a:ext>
            </a:extLst>
          </p:cNvPr>
          <p:cNvSpPr txBox="1"/>
          <p:nvPr/>
        </p:nvSpPr>
        <p:spPr>
          <a:xfrm>
            <a:off x="1622980" y="3749419"/>
            <a:ext cx="894603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effectLst/>
              </a:rPr>
              <a:t>public static Boolean </a:t>
            </a:r>
            <a:r>
              <a:rPr lang="en-US" altLang="ko-KR" sz="1400" dirty="0" err="1">
                <a:effectLst/>
              </a:rPr>
              <a:t>endChoice</a:t>
            </a:r>
            <a:r>
              <a:rPr lang="en-US" altLang="ko-KR" sz="1400" dirty="0">
                <a:effectLst/>
              </a:rPr>
              <a:t>(String s, int </a:t>
            </a:r>
            <a:r>
              <a:rPr lang="en-US" altLang="ko-KR" sz="1400" dirty="0" err="1">
                <a:effectLst/>
              </a:rPr>
              <a:t>totCnt</a:t>
            </a:r>
            <a:r>
              <a:rPr lang="en-US" altLang="ko-KR" sz="1400" dirty="0">
                <a:effectLst/>
              </a:rPr>
              <a:t>, int </a:t>
            </a:r>
            <a:r>
              <a:rPr lang="en-US" altLang="ko-KR" sz="1400" dirty="0" err="1">
                <a:effectLst/>
              </a:rPr>
              <a:t>stageNum</a:t>
            </a:r>
            <a:r>
              <a:rPr lang="en-US" altLang="ko-KR" sz="1400" dirty="0">
                <a:effectLst/>
              </a:rPr>
              <a:t>){</a:t>
            </a:r>
            <a:br>
              <a:rPr lang="en-US" altLang="ko-KR" sz="1400" dirty="0">
                <a:effectLst/>
              </a:rPr>
            </a:br>
            <a:r>
              <a:rPr lang="en-US" altLang="ko-KR" sz="1400" dirty="0">
                <a:effectLst/>
              </a:rPr>
              <a:t>    Emoji Emo = new Emoji();</a:t>
            </a:r>
            <a:br>
              <a:rPr lang="en-US" altLang="ko-KR" sz="1400" dirty="0">
                <a:effectLst/>
              </a:rPr>
            </a:br>
            <a:r>
              <a:rPr lang="en-US" altLang="ko-KR" sz="1400" dirty="0">
                <a:effectLst/>
              </a:rPr>
              <a:t>    </a:t>
            </a:r>
            <a:r>
              <a:rPr lang="en-US" altLang="ko-KR" sz="1400" dirty="0" err="1">
                <a:effectLst/>
              </a:rPr>
              <a:t>boolean</a:t>
            </a:r>
            <a:r>
              <a:rPr lang="en-US" altLang="ko-KR" sz="1400" dirty="0">
                <a:effectLst/>
              </a:rPr>
              <a:t> answer = true;</a:t>
            </a:r>
            <a:br>
              <a:rPr lang="en-US" altLang="ko-KR" sz="1400" dirty="0">
                <a:effectLst/>
              </a:rPr>
            </a:br>
            <a:r>
              <a:rPr lang="en-US" altLang="ko-KR" sz="1400" dirty="0">
                <a:effectLst/>
              </a:rPr>
              <a:t>    if (</a:t>
            </a:r>
            <a:r>
              <a:rPr lang="en-US" altLang="ko-KR" sz="1400" dirty="0" err="1">
                <a:effectLst/>
              </a:rPr>
              <a:t>s.equals</a:t>
            </a:r>
            <a:r>
              <a:rPr lang="en-US" altLang="ko-KR" sz="1400" dirty="0">
                <a:effectLst/>
              </a:rPr>
              <a:t>(EXIT)) {</a:t>
            </a:r>
            <a:br>
              <a:rPr lang="en-US" altLang="ko-KR" sz="1400" dirty="0">
                <a:effectLst/>
              </a:rPr>
            </a:br>
            <a:r>
              <a:rPr lang="en-US" altLang="ko-KR" sz="1400" dirty="0">
                <a:effectLst/>
              </a:rPr>
              <a:t>        </a:t>
            </a:r>
            <a:r>
              <a:rPr lang="en-US" altLang="ko-KR" sz="1400" dirty="0" err="1">
                <a:effectLst/>
              </a:rPr>
              <a:t>StrPlot.Strplot</a:t>
            </a:r>
            <a:r>
              <a:rPr lang="en-US" altLang="ko-KR" sz="1400" dirty="0">
                <a:effectLst/>
              </a:rPr>
              <a:t>(</a:t>
            </a:r>
            <a:r>
              <a:rPr lang="en-US" altLang="ko-KR" sz="1400" dirty="0" err="1">
                <a:effectLst/>
              </a:rPr>
              <a:t>Emo.gmExit</a:t>
            </a:r>
            <a:r>
              <a:rPr lang="en-US" altLang="ko-KR" sz="1400" dirty="0">
                <a:effectLst/>
              </a:rPr>
              <a:t>);</a:t>
            </a:r>
            <a:br>
              <a:rPr lang="en-US" altLang="ko-KR" sz="1400" dirty="0">
                <a:effectLst/>
              </a:rPr>
            </a:br>
            <a:r>
              <a:rPr lang="en-US" altLang="ko-KR" sz="1400" dirty="0">
                <a:effectLst/>
              </a:rPr>
              <a:t>        </a:t>
            </a:r>
            <a:r>
              <a:rPr lang="en-US" altLang="ko-KR" sz="1400" dirty="0" err="1">
                <a:effectLst/>
              </a:rPr>
              <a:t>System.out.println</a:t>
            </a:r>
            <a:r>
              <a:rPr lang="en-US" altLang="ko-KR" sz="1400" dirty="0">
                <a:effectLst/>
              </a:rPr>
              <a:t>("\t\t\t✎ </a:t>
            </a:r>
            <a:r>
              <a:rPr lang="ko-KR" altLang="en-US" sz="1400" dirty="0">
                <a:effectLst/>
                <a:latin typeface="Menlo-Regular" panose="020B0609030804020204" pitchFamily="49" charset="0"/>
              </a:rPr>
              <a:t>총 정답 개수</a:t>
            </a:r>
            <a:r>
              <a:rPr lang="ko-KR" altLang="en-US" sz="1400" dirty="0">
                <a:effectLst/>
              </a:rPr>
              <a:t> </a:t>
            </a:r>
            <a:r>
              <a:rPr lang="en-US" altLang="ko-KR" sz="1400" dirty="0">
                <a:effectLst/>
              </a:rPr>
              <a:t>: " + </a:t>
            </a:r>
            <a:r>
              <a:rPr lang="en-US" altLang="ko-KR" sz="1400" dirty="0" err="1">
                <a:effectLst/>
              </a:rPr>
              <a:t>totCnt</a:t>
            </a:r>
            <a:r>
              <a:rPr lang="en-US" altLang="ko-KR" sz="1400" dirty="0">
                <a:effectLst/>
              </a:rPr>
              <a:t> + </a:t>
            </a:r>
          </a:p>
          <a:p>
            <a:r>
              <a:rPr lang="en-US" altLang="ko-KR" sz="1400" dirty="0"/>
              <a:t>	</a:t>
            </a:r>
            <a:r>
              <a:rPr lang="en-US" altLang="ko-KR" sz="1400" dirty="0">
                <a:effectLst/>
              </a:rPr>
              <a:t>”\n\t\t\t✎ </a:t>
            </a:r>
            <a:r>
              <a:rPr lang="ko-KR" altLang="en-US" sz="1400" dirty="0">
                <a:effectLst/>
                <a:latin typeface="Menlo-Regular" panose="020B0609030804020204" pitchFamily="49" charset="0"/>
              </a:rPr>
              <a:t>최종 스테이지</a:t>
            </a:r>
            <a:r>
              <a:rPr lang="ko-KR" altLang="en-US" sz="1400" dirty="0">
                <a:effectLst/>
              </a:rPr>
              <a:t> </a:t>
            </a:r>
            <a:r>
              <a:rPr lang="en-US" altLang="ko-KR" sz="1400" dirty="0">
                <a:effectLst/>
              </a:rPr>
              <a:t>: " + </a:t>
            </a:r>
            <a:r>
              <a:rPr lang="en-US" altLang="ko-KR" sz="1400" dirty="0" err="1">
                <a:effectLst/>
              </a:rPr>
              <a:t>Stage.whatStageNum</a:t>
            </a:r>
            <a:r>
              <a:rPr lang="en-US" altLang="ko-KR" sz="1400" dirty="0">
                <a:effectLst/>
              </a:rPr>
              <a:t>(</a:t>
            </a:r>
            <a:r>
              <a:rPr lang="en-US" altLang="ko-KR" sz="1400" dirty="0" err="1">
                <a:effectLst/>
              </a:rPr>
              <a:t>stageNum</a:t>
            </a:r>
            <a:r>
              <a:rPr lang="en-US" altLang="ko-KR" sz="1400" dirty="0">
                <a:effectLst/>
              </a:rPr>
              <a:t>));</a:t>
            </a:r>
            <a:br>
              <a:rPr lang="en-US" altLang="ko-KR" sz="1400" dirty="0">
                <a:effectLst/>
              </a:rPr>
            </a:br>
            <a:r>
              <a:rPr lang="en-US" altLang="ko-KR" sz="1400" dirty="0">
                <a:effectLst/>
              </a:rPr>
              <a:t>        answer = false;</a:t>
            </a:r>
            <a:br>
              <a:rPr lang="en-US" altLang="ko-KR" sz="1400" dirty="0">
                <a:effectLst/>
              </a:rPr>
            </a:br>
            <a:r>
              <a:rPr lang="en-US" altLang="ko-KR" sz="1400" dirty="0">
                <a:effectLst/>
              </a:rPr>
              <a:t>    }</a:t>
            </a:r>
            <a:br>
              <a:rPr lang="en-US" altLang="ko-KR" sz="1400" dirty="0">
                <a:effectLst/>
              </a:rPr>
            </a:br>
            <a:r>
              <a:rPr lang="en-US" altLang="ko-KR" sz="1400" dirty="0">
                <a:effectLst/>
              </a:rPr>
              <a:t>    return answer;</a:t>
            </a:r>
            <a:br>
              <a:rPr lang="en-US" altLang="ko-KR" sz="1400" dirty="0">
                <a:effectLst/>
              </a:rPr>
            </a:br>
            <a:r>
              <a:rPr lang="en-US" altLang="ko-KR" sz="1400" dirty="0">
                <a:effectLst/>
              </a:rPr>
              <a:t>}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B64B310E-8DF0-C0CA-D5E7-595E7FD182F8}"/>
                  </a:ext>
                </a:extLst>
              </p14:cNvPr>
              <p14:cNvContentPartPr/>
              <p14:nvPr/>
            </p14:nvContentPartPr>
            <p14:xfrm>
              <a:off x="10119856" y="6615249"/>
              <a:ext cx="1905480" cy="2304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B64B310E-8DF0-C0CA-D5E7-595E7FD182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57216" y="6552249"/>
                <a:ext cx="2031120" cy="1486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B31DEFB-48B4-8A00-DFFD-A7D8DFAA8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749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13B2B03-9958-7080-A8FA-B021EDFEB92B}"/>
              </a:ext>
            </a:extLst>
          </p:cNvPr>
          <p:cNvSpPr/>
          <p:nvPr/>
        </p:nvSpPr>
        <p:spPr>
          <a:xfrm>
            <a:off x="546754" y="870683"/>
            <a:ext cx="11104775" cy="2050204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AAE5F6-97C6-5768-5372-CE3519C249BD}"/>
              </a:ext>
            </a:extLst>
          </p:cNvPr>
          <p:cNvSpPr/>
          <p:nvPr/>
        </p:nvSpPr>
        <p:spPr>
          <a:xfrm>
            <a:off x="546754" y="3667027"/>
            <a:ext cx="11104775" cy="2631296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6E3A30-AC1B-F0AA-579F-425170F442B5}"/>
              </a:ext>
            </a:extLst>
          </p:cNvPr>
          <p:cNvSpPr txBox="1"/>
          <p:nvPr/>
        </p:nvSpPr>
        <p:spPr>
          <a:xfrm flipH="1">
            <a:off x="5420920" y="2412946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dirty="0">
              <a:solidFill>
                <a:srgbClr val="146772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3F2EE1-E72C-4DD3-0605-83467FBC130B}"/>
              </a:ext>
            </a:extLst>
          </p:cNvPr>
          <p:cNvCxnSpPr>
            <a:cxnSpLocks/>
          </p:cNvCxnSpPr>
          <p:nvPr/>
        </p:nvCxnSpPr>
        <p:spPr>
          <a:xfrm>
            <a:off x="5803496" y="2974468"/>
            <a:ext cx="0" cy="677510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FA96696-4197-AB01-41F5-C2A0B82632DA}"/>
              </a:ext>
            </a:extLst>
          </p:cNvPr>
          <p:cNvCxnSpPr>
            <a:cxnSpLocks/>
          </p:cNvCxnSpPr>
          <p:nvPr/>
        </p:nvCxnSpPr>
        <p:spPr>
          <a:xfrm flipV="1">
            <a:off x="5904048" y="2974468"/>
            <a:ext cx="0" cy="677510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9B12485-4B13-FB13-357A-E9E7E264926F}"/>
              </a:ext>
            </a:extLst>
          </p:cNvPr>
          <p:cNvSpPr txBox="1"/>
          <p:nvPr/>
        </p:nvSpPr>
        <p:spPr>
          <a:xfrm>
            <a:off x="150897" y="278054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Part 4</a:t>
            </a:r>
            <a:r>
              <a:rPr lang="ko-KR" altLang="en-US" sz="1600" b="1" dirty="0"/>
              <a:t> 구성도</a:t>
            </a:r>
          </a:p>
        </p:txBody>
      </p:sp>
      <p:cxnSp>
        <p:nvCxnSpPr>
          <p:cNvPr id="9" name="직선 연결선 2">
            <a:extLst>
              <a:ext uri="{FF2B5EF4-FFF2-40B4-BE49-F238E27FC236}">
                <a16:creationId xmlns:a16="http://schemas.microsoft.com/office/drawing/2014/main" id="{66D2A950-BC67-A408-7312-ACC27C52CFD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래픽 22" descr="말풍선 단색으로 채워진">
            <a:extLst>
              <a:ext uri="{FF2B5EF4-FFF2-40B4-BE49-F238E27FC236}">
                <a16:creationId xmlns:a16="http://schemas.microsoft.com/office/drawing/2014/main" id="{1B1DAE09-329F-EE34-68B2-03351ED43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030" y="390953"/>
            <a:ext cx="1157004" cy="115700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AADF759-F4B7-1B7A-B47E-8B001AECEA58}"/>
              </a:ext>
            </a:extLst>
          </p:cNvPr>
          <p:cNvSpPr txBox="1"/>
          <p:nvPr/>
        </p:nvSpPr>
        <p:spPr>
          <a:xfrm>
            <a:off x="1728249" y="3874603"/>
            <a:ext cx="920213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effectLst/>
              </a:rPr>
              <a:t>public static </a:t>
            </a:r>
            <a:r>
              <a:rPr lang="en-US" altLang="ko-KR" sz="1400" dirty="0" err="1">
                <a:effectLst/>
              </a:rPr>
              <a:t>boolean</a:t>
            </a:r>
            <a:r>
              <a:rPr lang="en-US" altLang="ko-KR" sz="1400" dirty="0">
                <a:effectLst/>
              </a:rPr>
              <a:t> </a:t>
            </a:r>
            <a:r>
              <a:rPr lang="en-US" altLang="ko-KR" sz="1400" dirty="0" err="1">
                <a:effectLst/>
              </a:rPr>
              <a:t>trueIsFalse</a:t>
            </a:r>
            <a:r>
              <a:rPr lang="en-US" altLang="ko-KR" sz="1400" dirty="0">
                <a:effectLst/>
              </a:rPr>
              <a:t>(String str1, String str2) {</a:t>
            </a:r>
            <a:r>
              <a:rPr lang="en-US" altLang="ko-KR" sz="1400" dirty="0"/>
              <a:t> 	</a:t>
            </a:r>
          </a:p>
          <a:p>
            <a:r>
              <a:rPr lang="en-US" altLang="ko-KR" sz="1400" dirty="0">
                <a:effectLst/>
              </a:rPr>
              <a:t>//str1 : </a:t>
            </a:r>
            <a:r>
              <a:rPr lang="ko-KR" altLang="en-US" sz="1400" dirty="0">
                <a:effectLst/>
                <a:latin typeface="Menlo-Regular" panose="020B0609030804020204" pitchFamily="49" charset="0"/>
              </a:rPr>
              <a:t>문제</a:t>
            </a:r>
            <a:r>
              <a:rPr lang="ko-KR" altLang="en-US" sz="1400" dirty="0">
                <a:effectLst/>
              </a:rPr>
              <a:t> </a:t>
            </a:r>
            <a:r>
              <a:rPr lang="en-US" altLang="ko-KR" sz="1400" dirty="0">
                <a:effectLst/>
              </a:rPr>
              <a:t>, str2 : User</a:t>
            </a:r>
            <a:r>
              <a:rPr lang="ko-KR" altLang="en-US" sz="1400" dirty="0">
                <a:effectLst/>
                <a:latin typeface="Menlo-Regular" panose="020B0609030804020204" pitchFamily="49" charset="0"/>
              </a:rPr>
              <a:t>입력문자</a:t>
            </a:r>
            <a:br>
              <a:rPr lang="ko-KR" altLang="en-US" sz="1400" dirty="0">
                <a:effectLst/>
                <a:latin typeface="Menlo-Regular" panose="020B0609030804020204" pitchFamily="49" charset="0"/>
              </a:rPr>
            </a:br>
            <a:r>
              <a:rPr lang="ko-KR" altLang="en-US" sz="1400" dirty="0">
                <a:effectLst/>
                <a:latin typeface="Menlo-Regular" panose="020B0609030804020204" pitchFamily="49" charset="0"/>
              </a:rPr>
              <a:t>    </a:t>
            </a:r>
            <a:r>
              <a:rPr lang="en-US" altLang="ko-KR" sz="1400" dirty="0">
                <a:effectLst/>
              </a:rPr>
              <a:t>Boolean result = str1.toLowerCase().equals(str2);</a:t>
            </a:r>
            <a:br>
              <a:rPr lang="en-US" altLang="ko-KR" sz="1400" dirty="0">
                <a:effectLst/>
              </a:rPr>
            </a:br>
            <a:r>
              <a:rPr lang="en-US" altLang="ko-KR" sz="1400" dirty="0">
                <a:effectLst/>
              </a:rPr>
              <a:t>    if (result == true) {</a:t>
            </a:r>
            <a:br>
              <a:rPr lang="en-US" altLang="ko-KR" sz="1400" dirty="0">
                <a:effectLst/>
              </a:rPr>
            </a:br>
            <a:r>
              <a:rPr lang="en-US" altLang="ko-KR" sz="1400" dirty="0">
                <a:effectLst/>
              </a:rPr>
              <a:t>        </a:t>
            </a:r>
            <a:r>
              <a:rPr lang="en-US" altLang="ko-KR" sz="1400" dirty="0" err="1">
                <a:effectLst/>
              </a:rPr>
              <a:t>System.out.println</a:t>
            </a:r>
            <a:r>
              <a:rPr lang="en-US" altLang="ko-KR" sz="1400" dirty="0">
                <a:effectLst/>
              </a:rPr>
              <a:t>("\t\t\t\t</a:t>
            </a:r>
            <a:r>
              <a:rPr lang="ko-KR" altLang="en-US" sz="1400" dirty="0">
                <a:effectLst/>
                <a:latin typeface="Menlo-Regular" panose="020B0609030804020204" pitchFamily="49" charset="0"/>
              </a:rPr>
              <a:t>정답입니다</a:t>
            </a:r>
            <a:r>
              <a:rPr lang="en-US" altLang="ko-KR" sz="1400" dirty="0">
                <a:effectLst/>
              </a:rPr>
              <a:t>.");</a:t>
            </a:r>
            <a:br>
              <a:rPr lang="en-US" altLang="ko-KR" sz="1400" dirty="0">
                <a:effectLst/>
              </a:rPr>
            </a:br>
            <a:r>
              <a:rPr lang="en-US" altLang="ko-KR" sz="1400" dirty="0">
                <a:effectLst/>
              </a:rPr>
              <a:t>    } else if (result == false) {</a:t>
            </a:r>
            <a:br>
              <a:rPr lang="en-US" altLang="ko-KR" sz="1400" dirty="0">
                <a:effectLst/>
              </a:rPr>
            </a:br>
            <a:r>
              <a:rPr lang="en-US" altLang="ko-KR" sz="1400" dirty="0">
                <a:effectLst/>
              </a:rPr>
              <a:t>        </a:t>
            </a:r>
            <a:r>
              <a:rPr lang="en-US" altLang="ko-KR" sz="1400" dirty="0" err="1">
                <a:effectLst/>
              </a:rPr>
              <a:t>System.out.println</a:t>
            </a:r>
            <a:r>
              <a:rPr lang="en-US" altLang="ko-KR" sz="1400" dirty="0">
                <a:effectLst/>
              </a:rPr>
              <a:t>("\t\t\t\t</a:t>
            </a:r>
            <a:r>
              <a:rPr lang="ko-KR" altLang="en-US" sz="1400" dirty="0">
                <a:effectLst/>
                <a:latin typeface="Menlo-Regular" panose="020B0609030804020204" pitchFamily="49" charset="0"/>
              </a:rPr>
              <a:t>오답 입니다</a:t>
            </a:r>
            <a:r>
              <a:rPr lang="en-US" altLang="ko-KR" sz="1400" dirty="0">
                <a:effectLst/>
              </a:rPr>
              <a:t>");</a:t>
            </a:r>
            <a:endParaRPr lang="en-US" altLang="ko-KR" sz="1400" dirty="0"/>
          </a:p>
          <a:p>
            <a:r>
              <a:rPr lang="en-US" altLang="ko-KR" sz="1400" dirty="0">
                <a:effectLst/>
              </a:rPr>
              <a:t>    }</a:t>
            </a:r>
            <a:br>
              <a:rPr lang="en-US" altLang="ko-KR" sz="1400" dirty="0">
                <a:effectLst/>
              </a:rPr>
            </a:br>
            <a:r>
              <a:rPr lang="en-US" altLang="ko-KR" sz="1400" dirty="0">
                <a:effectLst/>
              </a:rPr>
              <a:t>    return result;  </a:t>
            </a:r>
          </a:p>
          <a:p>
            <a:r>
              <a:rPr lang="en-US" altLang="ko-KR" sz="1400" dirty="0">
                <a:effectLst/>
              </a:rPr>
              <a:t>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F39D53-1506-D431-3A3F-411BCE2B7EFE}"/>
              </a:ext>
            </a:extLst>
          </p:cNvPr>
          <p:cNvSpPr txBox="1"/>
          <p:nvPr/>
        </p:nvSpPr>
        <p:spPr>
          <a:xfrm>
            <a:off x="4552243" y="956450"/>
            <a:ext cx="30875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b="1" dirty="0" err="1"/>
              <a:t>miniKeyGame</a:t>
            </a:r>
            <a:r>
              <a:rPr kumimoji="1" lang="en-US" altLang="ko-KR" sz="2800" b="1" dirty="0"/>
              <a:t> Class</a:t>
            </a:r>
            <a:endParaRPr kumimoji="1" lang="ko-KR" altLang="en-US" sz="28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11B1136-731E-DB86-8900-C279CD1DEEF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860"/>
          <a:stretch/>
        </p:blipFill>
        <p:spPr>
          <a:xfrm>
            <a:off x="2742516" y="1362748"/>
            <a:ext cx="6706968" cy="1466857"/>
          </a:xfrm>
          <a:prstGeom prst="flowChartAlternateProcess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864F1E-D03B-A7F4-9CAB-286436B23543}"/>
              </a:ext>
            </a:extLst>
          </p:cNvPr>
          <p:cNvSpPr txBox="1"/>
          <p:nvPr/>
        </p:nvSpPr>
        <p:spPr>
          <a:xfrm>
            <a:off x="7639755" y="4382434"/>
            <a:ext cx="330274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800" b="1" dirty="0" err="1"/>
              <a:t>TrueAndFalse</a:t>
            </a:r>
            <a:r>
              <a:rPr kumimoji="1" lang="en-US" altLang="ko-KR" sz="2800" b="1" dirty="0"/>
              <a:t> Class .</a:t>
            </a:r>
          </a:p>
          <a:p>
            <a:pPr algn="ctr"/>
            <a:r>
              <a:rPr kumimoji="1" lang="en-US" altLang="ko-KR" sz="2800" b="1" dirty="0" err="1"/>
              <a:t>trueIsFalse</a:t>
            </a:r>
            <a:r>
              <a:rPr kumimoji="1" lang="en-US" altLang="ko-KR" sz="2800" b="1" dirty="0"/>
              <a:t> Method</a:t>
            </a:r>
          </a:p>
          <a:p>
            <a:pPr algn="ctr"/>
            <a:r>
              <a:rPr kumimoji="1" lang="en-US" altLang="ko-KR" b="1" dirty="0"/>
              <a:t>Boolean type</a:t>
            </a:r>
            <a:r>
              <a:rPr kumimoji="1" lang="ko-KR" altLang="en-US" b="1" dirty="0"/>
              <a:t>을 반환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0E203234-DF32-C836-E010-5D748119F12D}"/>
                  </a:ext>
                </a:extLst>
              </p14:cNvPr>
              <p14:cNvContentPartPr/>
              <p14:nvPr/>
            </p14:nvContentPartPr>
            <p14:xfrm>
              <a:off x="10119856" y="6615249"/>
              <a:ext cx="1905480" cy="230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0E203234-DF32-C836-E010-5D748119F12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57216" y="6552249"/>
                <a:ext cx="2031120" cy="1486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F4CDD88-B289-EE6B-4A07-52E4B334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817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8A3D4778-6FB3-7326-A53F-8106977CA0AA}"/>
                  </a:ext>
                </a:extLst>
              </p14:cNvPr>
              <p14:cNvContentPartPr/>
              <p14:nvPr/>
            </p14:nvContentPartPr>
            <p14:xfrm>
              <a:off x="10846199" y="6418689"/>
              <a:ext cx="710640" cy="14328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8A3D4778-6FB3-7326-A53F-8106977CA0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83167" y="6355689"/>
                <a:ext cx="836344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098C2E66-E3B0-97BB-3741-403A3C5AA0E8}"/>
                  </a:ext>
                </a:extLst>
              </p14:cNvPr>
              <p14:cNvContentPartPr/>
              <p14:nvPr/>
            </p14:nvContentPartPr>
            <p14:xfrm>
              <a:off x="9774371" y="6051689"/>
              <a:ext cx="2307600" cy="71191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098C2E66-E3B0-97BB-3741-403A3C5AA0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11371" y="5988640"/>
                <a:ext cx="2433240" cy="837647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13476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4</a:t>
            </a:r>
            <a:r>
              <a:rPr lang="ko-KR" altLang="en-US" sz="1600" b="1" dirty="0"/>
              <a:t> 구성도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CCA016-C3D2-955F-012A-E18CDC3A14BA}"/>
              </a:ext>
            </a:extLst>
          </p:cNvPr>
          <p:cNvSpPr/>
          <p:nvPr/>
        </p:nvSpPr>
        <p:spPr>
          <a:xfrm>
            <a:off x="739382" y="1067138"/>
            <a:ext cx="5463455" cy="52197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D758C93-DE1A-7108-6950-9E0416DEFAB3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073452" y="3657779"/>
            <a:ext cx="5365055" cy="2633"/>
          </a:xfrm>
          <a:prstGeom prst="straightConnector1">
            <a:avLst/>
          </a:prstGeom>
          <a:ln w="952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1F3E0B-13AF-3324-EB69-85A207AF6982}"/>
              </a:ext>
            </a:extLst>
          </p:cNvPr>
          <p:cNvSpPr/>
          <p:nvPr/>
        </p:nvSpPr>
        <p:spPr>
          <a:xfrm>
            <a:off x="6438507" y="1050562"/>
            <a:ext cx="4934645" cy="5219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200" dirty="0">
              <a:solidFill>
                <a:schemeClr val="tx1"/>
              </a:solidFill>
              <a:latin typeface="Menlo-Regular" panose="020B0609030804020204" pitchFamily="49" charset="0"/>
            </a:endParaRPr>
          </a:p>
          <a:p>
            <a:br>
              <a:rPr lang="ko-KR" altLang="en-US" sz="1200" dirty="0">
                <a:solidFill>
                  <a:schemeClr val="tx1"/>
                </a:solidFill>
                <a:effectLst/>
                <a:latin typeface="Menlo-Regular" panose="020B0609030804020204" pitchFamily="49" charset="0"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if (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trueIsFalse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outPuts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,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tmp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)) {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trueCnt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++;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totCnt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++;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if (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trueCnt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 == 3) {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   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StrPlot.Strplot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Emo.stUP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);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   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StrPlot.Strplot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heartArr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[heart]);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   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trueCnt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 = 0;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   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stageNum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++;</a:t>
            </a:r>
            <a:r>
              <a:rPr lang="en-US" altLang="ko-KR" sz="1200" dirty="0">
                <a:solidFill>
                  <a:schemeClr val="tx1"/>
                </a:solidFill>
              </a:rPr>
              <a:t>  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}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}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// </a:t>
            </a:r>
            <a:r>
              <a:rPr lang="ko-KR" altLang="en-US" sz="1200" dirty="0">
                <a:solidFill>
                  <a:schemeClr val="tx1"/>
                </a:solidFill>
                <a:effectLst/>
                <a:latin typeface="Menlo-Regular" panose="020B0609030804020204" pitchFamily="49" charset="0"/>
              </a:rPr>
              <a:t>오답일 경우</a:t>
            </a:r>
            <a:br>
              <a:rPr lang="ko-KR" altLang="en-US" sz="1200" dirty="0">
                <a:solidFill>
                  <a:schemeClr val="tx1"/>
                </a:solidFill>
                <a:effectLst/>
                <a:latin typeface="Menlo-Regular" panose="020B0609030804020204" pitchFamily="49" charset="0"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else {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trueCnt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 = 0;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     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stageNum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 = 1;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    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falseCnt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++;</a:t>
            </a:r>
            <a:br>
              <a:rPr lang="ko-KR" altLang="en-US" sz="1200" dirty="0">
                <a:solidFill>
                  <a:schemeClr val="tx1"/>
                </a:solidFill>
                <a:effectLst/>
                <a:latin typeface="Menlo-Regular" panose="020B0609030804020204" pitchFamily="49" charset="0"/>
              </a:rPr>
            </a:br>
            <a:r>
              <a:rPr lang="ko-KR" altLang="en-US" sz="1200" dirty="0">
                <a:solidFill>
                  <a:schemeClr val="tx1"/>
                </a:solidFill>
                <a:effectLst/>
                <a:latin typeface="Menlo-Regular" panose="020B0609030804020204" pitchFamily="49" charset="0"/>
              </a:rPr>
              <a:t>   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tnf.inPutWrong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outPuts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,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falseCnt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);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if (heart &gt; 1) {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    heart--;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   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StrPlot.Strplot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heartArr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[heart]);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} else if (heart &lt;= 1) {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   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StrPlot.Strplot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Emo.gmOVER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);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   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System.out.print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(" </a:t>
            </a:r>
            <a:r>
              <a:rPr lang="ko-KR" altLang="en-US" sz="1200" dirty="0">
                <a:solidFill>
                  <a:schemeClr val="tx1"/>
                </a:solidFill>
                <a:effectLst/>
                <a:latin typeface="Menlo-Regular" panose="020B0609030804020204" pitchFamily="49" charset="0"/>
              </a:rPr>
              <a:t>게임 종료</a:t>
            </a:r>
            <a:r>
              <a:rPr lang="ko-KR" altLang="en-US" sz="1200" dirty="0">
                <a:solidFill>
                  <a:schemeClr val="tx1"/>
                </a:solidFill>
                <a:effectLst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Y / </a:t>
            </a:r>
            <a:r>
              <a:rPr lang="ko-KR" altLang="en-US" sz="1200" dirty="0">
                <a:solidFill>
                  <a:schemeClr val="tx1"/>
                </a:solidFill>
                <a:effectLst/>
                <a:latin typeface="Menlo-Regular" panose="020B0609030804020204" pitchFamily="49" charset="0"/>
              </a:rPr>
              <a:t>오답 노트 확인 후 재시작</a:t>
            </a:r>
            <a:r>
              <a:rPr lang="ko-KR" altLang="en-US" sz="1200" dirty="0">
                <a:solidFill>
                  <a:schemeClr val="tx1"/>
                </a:solidFill>
                <a:effectLst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N : ");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    flag =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choice.isReGame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in.next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().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toUpperCase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(),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totCnt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,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stageNum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);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   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in.nextLine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();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   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stageNum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 = 1;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   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totCnt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 = 0;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   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trueCnt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 = 0;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    </a:t>
            </a:r>
            <a:r>
              <a:rPr lang="en-US" altLang="ko-KR" sz="1200" dirty="0" err="1">
                <a:solidFill>
                  <a:schemeClr val="tx1"/>
                </a:solidFill>
                <a:effectLst/>
              </a:rPr>
              <a:t>falseCnt</a:t>
            </a:r>
            <a:r>
              <a:rPr lang="en-US" altLang="ko-KR" sz="1200" dirty="0">
                <a:solidFill>
                  <a:schemeClr val="tx1"/>
                </a:solidFill>
                <a:effectLst/>
              </a:rPr>
              <a:t> = 0;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    heart = 3;</a:t>
            </a:r>
            <a:br>
              <a:rPr lang="en-US" altLang="ko-KR" sz="1200" dirty="0">
                <a:solidFill>
                  <a:schemeClr val="tx1"/>
                </a:solidFill>
                <a:effectLst/>
              </a:rPr>
            </a:br>
            <a:r>
              <a:rPr lang="en-US" altLang="ko-KR" sz="1200" dirty="0">
                <a:solidFill>
                  <a:schemeClr val="tx1"/>
                </a:solidFill>
                <a:effectLst/>
              </a:rPr>
              <a:t>    </a:t>
            </a:r>
          </a:p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" name="직선 연결선 2">
            <a:extLst>
              <a:ext uri="{FF2B5EF4-FFF2-40B4-BE49-F238E27FC236}">
                <a16:creationId xmlns:a16="http://schemas.microsoft.com/office/drawing/2014/main" id="{D1BD2787-BD29-7BEA-BF0C-BE4F10927FCE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C1E5394C-19C9-02C6-4C83-1CED360EC137}"/>
                  </a:ext>
                </a:extLst>
              </p14:cNvPr>
              <p14:cNvContentPartPr/>
              <p14:nvPr/>
            </p14:nvContentPartPr>
            <p14:xfrm>
              <a:off x="10923239" y="6417249"/>
              <a:ext cx="753480" cy="17244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C1E5394C-19C9-02C6-4C83-1CED360EC13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60269" y="6354249"/>
                <a:ext cx="87906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2675DFBA-1F5B-B2E8-8565-697E19507313}"/>
                  </a:ext>
                </a:extLst>
              </p14:cNvPr>
              <p14:cNvContentPartPr/>
              <p14:nvPr/>
            </p14:nvContentPartPr>
            <p14:xfrm>
              <a:off x="11883719" y="6585009"/>
              <a:ext cx="130320" cy="2988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2675DFBA-1F5B-B2E8-8565-697E195073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820719" y="6522009"/>
                <a:ext cx="255960" cy="15552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7FD50502-05E1-3CC9-4F3D-8F6F45EC93F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3047"/>
          <a:stretch/>
        </p:blipFill>
        <p:spPr>
          <a:xfrm>
            <a:off x="951045" y="1318253"/>
            <a:ext cx="5036980" cy="47586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3F7FB90-EF12-01E4-E38B-D0B266FE5AEC}"/>
              </a:ext>
            </a:extLst>
          </p:cNvPr>
          <p:cNvSpPr txBox="1"/>
          <p:nvPr/>
        </p:nvSpPr>
        <p:spPr>
          <a:xfrm>
            <a:off x="8401006" y="610664"/>
            <a:ext cx="30875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b="1" dirty="0" err="1"/>
              <a:t>miniKeyGame</a:t>
            </a:r>
            <a:r>
              <a:rPr kumimoji="1" lang="en-US" altLang="ko-KR" sz="2800" b="1" dirty="0"/>
              <a:t> Class</a:t>
            </a:r>
            <a:endParaRPr kumimoji="1" lang="ko-KR" altLang="en-US" sz="28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52A0BD-3997-7322-87CB-CE526E4B60CB}"/>
              </a:ext>
            </a:extLst>
          </p:cNvPr>
          <p:cNvSpPr txBox="1"/>
          <p:nvPr/>
        </p:nvSpPr>
        <p:spPr>
          <a:xfrm>
            <a:off x="2155429" y="647037"/>
            <a:ext cx="41652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b="1" dirty="0"/>
              <a:t>choice . </a:t>
            </a:r>
            <a:r>
              <a:rPr kumimoji="1" lang="en-US" altLang="ko-KR" sz="2800" b="1" dirty="0" err="1"/>
              <a:t>isReGame</a:t>
            </a:r>
            <a:r>
              <a:rPr kumimoji="1" lang="en-US" altLang="ko-KR" sz="2800" b="1" dirty="0"/>
              <a:t> Method</a:t>
            </a:r>
            <a:endParaRPr kumimoji="1" lang="ko-KR" altLang="en-US" sz="2800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F5CC0-6CF7-0580-CFA3-96DE5352E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58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8A3D4778-6FB3-7326-A53F-8106977CA0AA}"/>
                  </a:ext>
                </a:extLst>
              </p14:cNvPr>
              <p14:cNvContentPartPr/>
              <p14:nvPr/>
            </p14:nvContentPartPr>
            <p14:xfrm>
              <a:off x="10846199" y="6418689"/>
              <a:ext cx="710640" cy="14328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8A3D4778-6FB3-7326-A53F-8106977CA0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83167" y="6355689"/>
                <a:ext cx="836344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098C2E66-E3B0-97BB-3741-403A3C5AA0E8}"/>
                  </a:ext>
                </a:extLst>
              </p14:cNvPr>
              <p14:cNvContentPartPr/>
              <p14:nvPr/>
            </p14:nvContentPartPr>
            <p14:xfrm>
              <a:off x="9774371" y="6051689"/>
              <a:ext cx="2307600" cy="71191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098C2E66-E3B0-97BB-3741-403A3C5AA0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11371" y="5988640"/>
                <a:ext cx="2433240" cy="837647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13476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4</a:t>
            </a:r>
            <a:r>
              <a:rPr lang="ko-KR" altLang="en-US" sz="1600" b="1" dirty="0"/>
              <a:t> 구성도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CCA016-C3D2-955F-012A-E18CDC3A14BA}"/>
              </a:ext>
            </a:extLst>
          </p:cNvPr>
          <p:cNvSpPr/>
          <p:nvPr/>
        </p:nvSpPr>
        <p:spPr>
          <a:xfrm>
            <a:off x="739382" y="1067138"/>
            <a:ext cx="5463455" cy="52197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D758C93-DE1A-7108-6950-9E0416DEFAB3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073452" y="3657779"/>
            <a:ext cx="5365055" cy="2633"/>
          </a:xfrm>
          <a:prstGeom prst="straightConnector1">
            <a:avLst/>
          </a:prstGeom>
          <a:ln w="952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1F3E0B-13AF-3324-EB69-85A207AF6982}"/>
              </a:ext>
            </a:extLst>
          </p:cNvPr>
          <p:cNvSpPr/>
          <p:nvPr/>
        </p:nvSpPr>
        <p:spPr>
          <a:xfrm>
            <a:off x="6438507" y="1050562"/>
            <a:ext cx="4934645" cy="5219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" name="직선 연결선 2">
            <a:extLst>
              <a:ext uri="{FF2B5EF4-FFF2-40B4-BE49-F238E27FC236}">
                <a16:creationId xmlns:a16="http://schemas.microsoft.com/office/drawing/2014/main" id="{D1BD2787-BD29-7BEA-BF0C-BE4F10927FCE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C1E5394C-19C9-02C6-4C83-1CED360EC137}"/>
                  </a:ext>
                </a:extLst>
              </p14:cNvPr>
              <p14:cNvContentPartPr/>
              <p14:nvPr/>
            </p14:nvContentPartPr>
            <p14:xfrm>
              <a:off x="10923239" y="6417249"/>
              <a:ext cx="753480" cy="17244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C1E5394C-19C9-02C6-4C83-1CED360EC13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60269" y="6354249"/>
                <a:ext cx="87906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2675DFBA-1F5B-B2E8-8565-697E19507313}"/>
                  </a:ext>
                </a:extLst>
              </p14:cNvPr>
              <p14:cNvContentPartPr/>
              <p14:nvPr/>
            </p14:nvContentPartPr>
            <p14:xfrm>
              <a:off x="11883719" y="6585009"/>
              <a:ext cx="130320" cy="2988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2675DFBA-1F5B-B2E8-8565-697E195073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820719" y="6522009"/>
                <a:ext cx="255960" cy="1555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3F7FB90-EF12-01E4-E38B-D0B266FE5AEC}"/>
              </a:ext>
            </a:extLst>
          </p:cNvPr>
          <p:cNvSpPr txBox="1"/>
          <p:nvPr/>
        </p:nvSpPr>
        <p:spPr>
          <a:xfrm>
            <a:off x="6710857" y="583139"/>
            <a:ext cx="5121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800" b="1" dirty="0"/>
              <a:t>Emoji Class . </a:t>
            </a:r>
            <a:r>
              <a:rPr kumimoji="1" lang="en-US" altLang="ko-KR" sz="2800" b="1" dirty="0" err="1"/>
              <a:t>RollBook</a:t>
            </a:r>
            <a:r>
              <a:rPr kumimoji="1" lang="en-US" altLang="ko-KR" sz="2800" b="1" dirty="0"/>
              <a:t> Method</a:t>
            </a:r>
            <a:endParaRPr kumimoji="1" lang="ko-KR" altLang="en-US" sz="28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52A0BD-3997-7322-87CB-CE526E4B60CB}"/>
              </a:ext>
            </a:extLst>
          </p:cNvPr>
          <p:cNvSpPr txBox="1"/>
          <p:nvPr/>
        </p:nvSpPr>
        <p:spPr>
          <a:xfrm>
            <a:off x="1660977" y="641504"/>
            <a:ext cx="4934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800" b="1" dirty="0" err="1"/>
              <a:t>StrPlot</a:t>
            </a:r>
            <a:r>
              <a:rPr kumimoji="1" lang="en-US" altLang="ko-KR" sz="2800" b="1" dirty="0"/>
              <a:t> Class . </a:t>
            </a:r>
            <a:r>
              <a:rPr kumimoji="1" lang="en-US" altLang="ko-KR" sz="2800" b="1" dirty="0" err="1"/>
              <a:t>Strplot</a:t>
            </a:r>
            <a:r>
              <a:rPr kumimoji="1" lang="en-US" altLang="ko-KR" sz="2800" b="1" dirty="0"/>
              <a:t> Method</a:t>
            </a:r>
            <a:endParaRPr kumimoji="1" lang="ko-KR" altLang="en-US" sz="28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0D126E0-77AA-E9E3-3197-363BF1012EB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852" r="8085"/>
          <a:stretch/>
        </p:blipFill>
        <p:spPr>
          <a:xfrm>
            <a:off x="967513" y="1264527"/>
            <a:ext cx="4999654" cy="477333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379EFA-FF3F-ACA1-16E0-9831072699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22000"/>
                    </a14:imgEffect>
                    <a14:imgEffect>
                      <a14:brightnessContrast bright="3000" contrast="1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81190" y="1186253"/>
            <a:ext cx="4337358" cy="492988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74D92C-5DB1-D287-B4AE-BDEDC7E4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054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47829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133882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>
                  <a:solidFill>
                    <a:schemeClr val="bg1"/>
                  </a:solidFill>
                  <a:latin typeface="+mn-ea"/>
                </a:rPr>
                <a:t>구현</a:t>
              </a: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1E9E7E1C-579D-5CFE-CBD2-E97F51280C2E}"/>
                  </a:ext>
                </a:extLst>
              </p14:cNvPr>
              <p14:cNvContentPartPr/>
              <p14:nvPr/>
            </p14:nvContentPartPr>
            <p14:xfrm>
              <a:off x="10087822" y="6609142"/>
              <a:ext cx="1955520" cy="8568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1E9E7E1C-579D-5CFE-CBD2-E97F51280C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24822" y="6546142"/>
                <a:ext cx="2081160" cy="21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그룹 9">
            <a:extLst>
              <a:ext uri="{FF2B5EF4-FFF2-40B4-BE49-F238E27FC236}">
                <a16:creationId xmlns:a16="http://schemas.microsoft.com/office/drawing/2014/main" id="{C990757C-16EC-E062-2CCB-363719051A5C}"/>
              </a:ext>
            </a:extLst>
          </p:cNvPr>
          <p:cNvGrpSpPr/>
          <p:nvPr/>
        </p:nvGrpSpPr>
        <p:grpSpPr>
          <a:xfrm>
            <a:off x="9966816" y="6505272"/>
            <a:ext cx="920880" cy="114480"/>
            <a:chOff x="9966816" y="6505272"/>
            <a:chExt cx="920880" cy="11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ACA7B1B0-CCDB-12BC-6A33-65E621A5742D}"/>
                    </a:ext>
                  </a:extLst>
                </p14:cNvPr>
                <p14:cNvContentPartPr/>
                <p14:nvPr/>
              </p14:nvContentPartPr>
              <p14:xfrm>
                <a:off x="9966816" y="6505272"/>
                <a:ext cx="920880" cy="889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ACA7B1B0-CCDB-12BC-6A33-65E621A5742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904176" y="6442632"/>
                  <a:ext cx="10465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635BD7C0-D7FA-1B30-1D06-1E49DE5715A9}"/>
                    </a:ext>
                  </a:extLst>
                </p14:cNvPr>
                <p14:cNvContentPartPr/>
                <p14:nvPr/>
              </p14:nvContentPartPr>
              <p14:xfrm>
                <a:off x="9979056" y="6505272"/>
                <a:ext cx="319680" cy="1144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635BD7C0-D7FA-1B30-1D06-1E49DE5715A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16056" y="6442632"/>
                  <a:ext cx="445320" cy="240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EBB237FE-9511-D332-F47F-11417493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742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AAE5F6-97C6-5768-5372-CE3519C249BD}"/>
              </a:ext>
            </a:extLst>
          </p:cNvPr>
          <p:cNvSpPr/>
          <p:nvPr/>
        </p:nvSpPr>
        <p:spPr>
          <a:xfrm>
            <a:off x="1187115" y="5662753"/>
            <a:ext cx="9817769" cy="800872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시작할때</a:t>
            </a:r>
            <a:r>
              <a:rPr lang="ko-KR" altLang="en-US" dirty="0">
                <a:solidFill>
                  <a:schemeClr val="tx1"/>
                </a:solidFill>
              </a:rPr>
              <a:t> 나오는 화면  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Enter </a:t>
            </a:r>
            <a:r>
              <a:rPr lang="ko-KR" altLang="en-US" dirty="0">
                <a:solidFill>
                  <a:schemeClr val="tx1"/>
                </a:solidFill>
              </a:rPr>
              <a:t>입력 후 나오는 화면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5C02CA-DBD3-72E2-4C14-87B262706BB3}"/>
              </a:ext>
            </a:extLst>
          </p:cNvPr>
          <p:cNvSpPr txBox="1"/>
          <p:nvPr/>
        </p:nvSpPr>
        <p:spPr>
          <a:xfrm>
            <a:off x="144378" y="272716"/>
            <a:ext cx="1142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5</a:t>
            </a:r>
            <a:r>
              <a:rPr lang="ko-KR" altLang="en-US" sz="1600" b="1" dirty="0"/>
              <a:t> 구현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EA7EBCA-0454-83BD-2284-AA6DB8C0A4C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D6FD4C25-0794-9B36-1887-49EAF0278DD5}"/>
                  </a:ext>
                </a:extLst>
              </p14:cNvPr>
              <p14:cNvContentPartPr/>
              <p14:nvPr/>
            </p14:nvContentPartPr>
            <p14:xfrm>
              <a:off x="10158736" y="6577809"/>
              <a:ext cx="1961640" cy="14076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D6FD4C25-0794-9B36-1887-49EAF0278DD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95736" y="6515169"/>
                <a:ext cx="2087280" cy="2664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0F0BD712-EE08-3396-13DC-01CDBF0C28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5762" y="660930"/>
            <a:ext cx="4386500" cy="474397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E97C3E1-1CDE-E1A0-9333-CA39681FA6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999" y="660931"/>
            <a:ext cx="4633976" cy="4743972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D96FE1-61B9-AC37-A138-0CFC8FEA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60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AAE5F6-97C6-5768-5372-CE3519C249BD}"/>
              </a:ext>
            </a:extLst>
          </p:cNvPr>
          <p:cNvSpPr/>
          <p:nvPr/>
        </p:nvSpPr>
        <p:spPr>
          <a:xfrm>
            <a:off x="1162981" y="5662752"/>
            <a:ext cx="9817769" cy="800872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정답으로 스테이지 이동시 출력 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 오답일 시 나오는 출력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5C02CA-DBD3-72E2-4C14-87B262706BB3}"/>
              </a:ext>
            </a:extLst>
          </p:cNvPr>
          <p:cNvSpPr txBox="1"/>
          <p:nvPr/>
        </p:nvSpPr>
        <p:spPr>
          <a:xfrm>
            <a:off x="144378" y="272716"/>
            <a:ext cx="1142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5</a:t>
            </a:r>
            <a:r>
              <a:rPr lang="ko-KR" altLang="en-US" sz="1600" b="1" dirty="0"/>
              <a:t> 구현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EA7EBCA-0454-83BD-2284-AA6DB8C0A4C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D6FD4C25-0794-9B36-1887-49EAF0278DD5}"/>
                  </a:ext>
                </a:extLst>
              </p14:cNvPr>
              <p14:cNvContentPartPr/>
              <p14:nvPr/>
            </p14:nvContentPartPr>
            <p14:xfrm>
              <a:off x="10158736" y="6577809"/>
              <a:ext cx="1961640" cy="14076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D6FD4C25-0794-9B36-1887-49EAF0278D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95736" y="6514809"/>
                <a:ext cx="2087280" cy="2664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D96FE1-61B9-AC37-A138-0CFC8FEA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0E024D-4E32-6A56-2FD5-4E1E6FB4E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358" y="760382"/>
            <a:ext cx="4933018" cy="475326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B6B6F4-FE60-3AB9-6109-D30C1A3142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876" y="760382"/>
            <a:ext cx="4334040" cy="47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531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AAE5F6-97C6-5768-5372-CE3519C249BD}"/>
              </a:ext>
            </a:extLst>
          </p:cNvPr>
          <p:cNvSpPr/>
          <p:nvPr/>
        </p:nvSpPr>
        <p:spPr>
          <a:xfrm>
            <a:off x="1162981" y="5662752"/>
            <a:ext cx="9817769" cy="800872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재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시작시</a:t>
            </a:r>
            <a:r>
              <a:rPr lang="ko-KR" altLang="en-US" dirty="0">
                <a:solidFill>
                  <a:schemeClr val="tx1"/>
                </a:solidFill>
              </a:rPr>
              <a:t> 나오는 문구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5C02CA-DBD3-72E2-4C14-87B262706BB3}"/>
              </a:ext>
            </a:extLst>
          </p:cNvPr>
          <p:cNvSpPr txBox="1"/>
          <p:nvPr/>
        </p:nvSpPr>
        <p:spPr>
          <a:xfrm>
            <a:off x="144378" y="272716"/>
            <a:ext cx="1142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5</a:t>
            </a:r>
            <a:r>
              <a:rPr lang="ko-KR" altLang="en-US" sz="1600" b="1" dirty="0"/>
              <a:t> 구현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EA7EBCA-0454-83BD-2284-AA6DB8C0A4C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D6FD4C25-0794-9B36-1887-49EAF0278DD5}"/>
                  </a:ext>
                </a:extLst>
              </p14:cNvPr>
              <p14:cNvContentPartPr/>
              <p14:nvPr/>
            </p14:nvContentPartPr>
            <p14:xfrm>
              <a:off x="10158736" y="6577809"/>
              <a:ext cx="1961640" cy="14076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D6FD4C25-0794-9B36-1887-49EAF0278D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95736" y="6514809"/>
                <a:ext cx="2087280" cy="2664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D96FE1-61B9-AC37-A138-0CFC8FEA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7A00919-3528-8814-E137-113A39764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477" y="284411"/>
            <a:ext cx="4676775" cy="52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019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AAE5F6-97C6-5768-5372-CE3519C249BD}"/>
              </a:ext>
            </a:extLst>
          </p:cNvPr>
          <p:cNvSpPr/>
          <p:nvPr/>
        </p:nvSpPr>
        <p:spPr>
          <a:xfrm>
            <a:off x="1187115" y="5662753"/>
            <a:ext cx="9817769" cy="800872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시작부터 종료 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 재시작 기능 시연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5C02CA-DBD3-72E2-4C14-87B262706BB3}"/>
              </a:ext>
            </a:extLst>
          </p:cNvPr>
          <p:cNvSpPr txBox="1"/>
          <p:nvPr/>
        </p:nvSpPr>
        <p:spPr>
          <a:xfrm>
            <a:off x="144378" y="272716"/>
            <a:ext cx="1142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5</a:t>
            </a:r>
            <a:r>
              <a:rPr lang="ko-KR" altLang="en-US" sz="1600" b="1" dirty="0"/>
              <a:t> 구현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EA7EBCA-0454-83BD-2284-AA6DB8C0A4C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D6FD4C25-0794-9B36-1887-49EAF0278DD5}"/>
                  </a:ext>
                </a:extLst>
              </p14:cNvPr>
              <p14:cNvContentPartPr/>
              <p14:nvPr/>
            </p14:nvContentPartPr>
            <p14:xfrm>
              <a:off x="10158736" y="6577809"/>
              <a:ext cx="1961640" cy="14076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D6FD4C25-0794-9B36-1887-49EAF0278DD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95736" y="6515169"/>
                <a:ext cx="2087280" cy="2664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온라인 미디어 4" descr="Mini Project PPT 자료 영상">
            <a:hlinkClick r:id="" action="ppaction://media"/>
            <a:extLst>
              <a:ext uri="{FF2B5EF4-FFF2-40B4-BE49-F238E27FC236}">
                <a16:creationId xmlns:a16="http://schemas.microsoft.com/office/drawing/2014/main" id="{19F447CB-4B15-6450-DC51-1A483C61B00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7"/>
          <a:stretch>
            <a:fillRect/>
          </a:stretch>
        </p:blipFill>
        <p:spPr>
          <a:xfrm>
            <a:off x="1825094" y="722447"/>
            <a:ext cx="8541809" cy="482612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CA2235-D839-D6BC-EB6D-E699F1742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364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AAE5F6-97C6-5768-5372-CE3519C249BD}"/>
              </a:ext>
            </a:extLst>
          </p:cNvPr>
          <p:cNvSpPr/>
          <p:nvPr/>
        </p:nvSpPr>
        <p:spPr>
          <a:xfrm>
            <a:off x="1187116" y="5655302"/>
            <a:ext cx="9817769" cy="800872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오답시</a:t>
            </a:r>
            <a:r>
              <a:rPr lang="ko-KR" altLang="en-US" dirty="0">
                <a:solidFill>
                  <a:schemeClr val="tx1"/>
                </a:solidFill>
              </a:rPr>
              <a:t> 기능 시연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exit </a:t>
            </a:r>
            <a:r>
              <a:rPr lang="ko-KR" altLang="en-US" dirty="0">
                <a:solidFill>
                  <a:schemeClr val="tx1"/>
                </a:solidFill>
              </a:rPr>
              <a:t>입력 시 종료 시연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5C02CA-DBD3-72E2-4C14-87B262706BB3}"/>
              </a:ext>
            </a:extLst>
          </p:cNvPr>
          <p:cNvSpPr txBox="1"/>
          <p:nvPr/>
        </p:nvSpPr>
        <p:spPr>
          <a:xfrm>
            <a:off x="144378" y="272716"/>
            <a:ext cx="1142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5</a:t>
            </a:r>
            <a:r>
              <a:rPr lang="ko-KR" altLang="en-US" sz="1600" b="1" dirty="0"/>
              <a:t> 구현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EA7EBCA-0454-83BD-2284-AA6DB8C0A4C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62E5F9B6-B2AA-550B-6CD7-AB4AD16E3172}"/>
                  </a:ext>
                </a:extLst>
              </p14:cNvPr>
              <p14:cNvContentPartPr/>
              <p14:nvPr/>
            </p14:nvContentPartPr>
            <p14:xfrm>
              <a:off x="10158736" y="6577809"/>
              <a:ext cx="1961640" cy="1407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62E5F9B6-B2AA-550B-6CD7-AB4AD16E317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95736" y="6515169"/>
                <a:ext cx="2087280" cy="2664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온라인 미디어 4" descr="Java Web개발자 육성 프로젝트">
            <a:hlinkClick r:id="" action="ppaction://media"/>
            <a:extLst>
              <a:ext uri="{FF2B5EF4-FFF2-40B4-BE49-F238E27FC236}">
                <a16:creationId xmlns:a16="http://schemas.microsoft.com/office/drawing/2014/main" id="{6BD44795-B2BE-35FB-BA51-123050B06BE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7"/>
          <a:stretch>
            <a:fillRect/>
          </a:stretch>
        </p:blipFill>
        <p:spPr>
          <a:xfrm>
            <a:off x="1561171" y="861471"/>
            <a:ext cx="9166302" cy="4672196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96CB34-B40F-CF0A-3B47-F80262287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83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47829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6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508594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>
                  <a:solidFill>
                    <a:schemeClr val="bg1"/>
                  </a:solidFill>
                  <a:latin typeface="+mn-ea"/>
                </a:rPr>
                <a:t>추가</a:t>
              </a:r>
              <a:r>
                <a:rPr lang="en-US" altLang="ko-KR" sz="4800" b="1" spc="-30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ko-KR" altLang="en-US" sz="4800" b="1" spc="-300" dirty="0">
                  <a:solidFill>
                    <a:schemeClr val="bg1"/>
                  </a:solidFill>
                  <a:latin typeface="+mn-ea"/>
                </a:rPr>
                <a:t>기능</a:t>
              </a:r>
              <a:r>
                <a:rPr lang="en-US" altLang="ko-KR" sz="4800" b="1" spc="-300" dirty="0">
                  <a:solidFill>
                    <a:schemeClr val="bg1"/>
                  </a:solidFill>
                  <a:latin typeface="+mn-ea"/>
                </a:rPr>
                <a:t>continue . . </a:t>
              </a:r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4D32A6C-FD89-940D-9656-BF60FCA965CD}"/>
              </a:ext>
            </a:extLst>
          </p:cNvPr>
          <p:cNvGrpSpPr/>
          <p:nvPr/>
        </p:nvGrpSpPr>
        <p:grpSpPr>
          <a:xfrm>
            <a:off x="10118782" y="6458832"/>
            <a:ext cx="1913040" cy="232030"/>
            <a:chOff x="10118782" y="6458832"/>
            <a:chExt cx="1913040" cy="23203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D7C24242-C52A-0D12-8AFA-64175D3BE2D4}"/>
                    </a:ext>
                  </a:extLst>
                </p14:cNvPr>
                <p14:cNvContentPartPr/>
                <p14:nvPr/>
              </p14:nvContentPartPr>
              <p14:xfrm>
                <a:off x="10167742" y="6593302"/>
                <a:ext cx="1864080" cy="9756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D7C24242-C52A-0D12-8AFA-64175D3BE2D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105102" y="6530302"/>
                  <a:ext cx="19897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F986E137-F3E9-DB14-9C99-59D623380C46}"/>
                    </a:ext>
                  </a:extLst>
                </p14:cNvPr>
                <p14:cNvContentPartPr/>
                <p14:nvPr/>
              </p14:nvContentPartPr>
              <p14:xfrm>
                <a:off x="10118782" y="6605542"/>
                <a:ext cx="360" cy="3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F986E137-F3E9-DB14-9C99-59D623380C4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055782" y="654254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A9294F99-8B32-DB5F-045A-7759DD4D77F2}"/>
                    </a:ext>
                  </a:extLst>
                </p14:cNvPr>
                <p14:cNvContentPartPr/>
                <p14:nvPr/>
              </p14:nvContentPartPr>
              <p14:xfrm>
                <a:off x="10528416" y="6458832"/>
                <a:ext cx="1146960" cy="1353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A9294F99-8B32-DB5F-045A-7759DD4D77F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465416" y="6396192"/>
                  <a:ext cx="1272600" cy="261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4764B77-E3FC-C641-93B0-B309A0082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696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DDD96A69-8200-7F63-E1DA-45C2FE50A3F0}"/>
                  </a:ext>
                </a:extLst>
              </p14:cNvPr>
              <p14:cNvContentPartPr/>
              <p14:nvPr/>
            </p14:nvContentPartPr>
            <p14:xfrm>
              <a:off x="9945222" y="6551449"/>
              <a:ext cx="2102400" cy="14613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DDD96A69-8200-7F63-E1DA-45C2FE50A3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82582" y="6488822"/>
                <a:ext cx="2228040" cy="271744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1599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6</a:t>
            </a:r>
            <a:r>
              <a:rPr lang="ko-KR" altLang="en-US" sz="1600" b="1" dirty="0"/>
              <a:t> 미제 사건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7BAD30-9FBB-F60C-C45E-BD43DE1FF872}"/>
              </a:ext>
            </a:extLst>
          </p:cNvPr>
          <p:cNvSpPr>
            <a:spLocks/>
          </p:cNvSpPr>
          <p:nvPr/>
        </p:nvSpPr>
        <p:spPr>
          <a:xfrm>
            <a:off x="1056909" y="1307921"/>
            <a:ext cx="5040000" cy="2268000"/>
          </a:xfrm>
          <a:prstGeom prst="rect">
            <a:avLst/>
          </a:prstGeom>
          <a:solidFill>
            <a:schemeClr val="accent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2622A98D-EE2C-E33C-7F26-6BAB35BB0896}"/>
              </a:ext>
            </a:extLst>
          </p:cNvPr>
          <p:cNvSpPr>
            <a:spLocks/>
          </p:cNvSpPr>
          <p:nvPr/>
        </p:nvSpPr>
        <p:spPr>
          <a:xfrm>
            <a:off x="6092950" y="1307921"/>
            <a:ext cx="5040000" cy="2268000"/>
          </a:xfrm>
          <a:prstGeom prst="rect">
            <a:avLst/>
          </a:prstGeom>
          <a:solidFill>
            <a:schemeClr val="accent4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99240460-DE28-0B18-0AEA-5EE9C09F33BF}"/>
              </a:ext>
            </a:extLst>
          </p:cNvPr>
          <p:cNvSpPr>
            <a:spLocks/>
          </p:cNvSpPr>
          <p:nvPr/>
        </p:nvSpPr>
        <p:spPr>
          <a:xfrm>
            <a:off x="1056910" y="3575013"/>
            <a:ext cx="5040000" cy="2268000"/>
          </a:xfrm>
          <a:prstGeom prst="rect">
            <a:avLst/>
          </a:prstGeom>
          <a:solidFill>
            <a:schemeClr val="accent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EE76A9AB-43AF-7608-E148-C74A8A5498F1}"/>
              </a:ext>
            </a:extLst>
          </p:cNvPr>
          <p:cNvSpPr>
            <a:spLocks/>
          </p:cNvSpPr>
          <p:nvPr/>
        </p:nvSpPr>
        <p:spPr>
          <a:xfrm>
            <a:off x="6095090" y="3575013"/>
            <a:ext cx="5040000" cy="226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D0194574-FB3C-1D70-31D3-415D53E03985}"/>
              </a:ext>
            </a:extLst>
          </p:cNvPr>
          <p:cNvSpPr txBox="1"/>
          <p:nvPr/>
        </p:nvSpPr>
        <p:spPr>
          <a:xfrm>
            <a:off x="1243584" y="1837943"/>
            <a:ext cx="4645152" cy="1293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~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pc="-150" dirty="0">
                <a:solidFill>
                  <a:schemeClr val="bg1"/>
                </a:solidFill>
                <a:latin typeface="+mn-ea"/>
              </a:rPr>
              <a:t>3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명의 플레이어들이 한 팀을 만든다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팀별 스테이지 클리어 속도전을 한다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같이 대결할 수 있는 기능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6283584" y="1988452"/>
            <a:ext cx="4664832" cy="8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타자 게임이 좋다면 좋아요 기능</a:t>
            </a:r>
            <a:endParaRPr lang="en-US" altLang="ko-KR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게임이 마음에 든다 면 친구에게 초대하는 기능</a:t>
            </a:r>
            <a:endParaRPr lang="en-US" altLang="ko-KR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2583BD6D-4004-DE6D-80A0-7806E3DBC9E6}"/>
              </a:ext>
            </a:extLst>
          </p:cNvPr>
          <p:cNvSpPr txBox="1"/>
          <p:nvPr/>
        </p:nvSpPr>
        <p:spPr>
          <a:xfrm>
            <a:off x="1309360" y="3821349"/>
            <a:ext cx="4491614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오답 노트 실행 시 틀린 영단어를 다시 작성하는 기능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오답 노트 까지 모두 정답이 되어야 게임이 종료되게 하는 기능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8C8C12D1-5727-67EA-B55C-C2B5453626CC}"/>
              </a:ext>
            </a:extLst>
          </p:cNvPr>
          <p:cNvSpPr txBox="1"/>
          <p:nvPr/>
        </p:nvSpPr>
        <p:spPr>
          <a:xfrm>
            <a:off x="6391026" y="3819204"/>
            <a:ext cx="4449948" cy="1709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타이머를 이용 하여 평균 타자 속도를 계산 하고 출력기능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오답율과 </a:t>
            </a:r>
            <a:r>
              <a:rPr lang="ko-KR" altLang="en-US" spc="-150" dirty="0" err="1">
                <a:solidFill>
                  <a:schemeClr val="bg1"/>
                </a:solidFill>
                <a:latin typeface="+mn-ea"/>
              </a:rPr>
              <a:t>정답율</a:t>
            </a:r>
            <a:r>
              <a:rPr lang="ko-KR" altLang="en-US" spc="-150" dirty="0">
                <a:solidFill>
                  <a:schemeClr val="bg1"/>
                </a:solidFill>
                <a:latin typeface="+mn-ea"/>
              </a:rPr>
              <a:t> 평균 내어 키보드 입력 시 출력해주는 기능</a:t>
            </a:r>
            <a:endParaRPr lang="en-US" altLang="ko-KR" spc="-15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8" name="직선 연결선 2">
            <a:extLst>
              <a:ext uri="{FF2B5EF4-FFF2-40B4-BE49-F238E27FC236}">
                <a16:creationId xmlns:a16="http://schemas.microsoft.com/office/drawing/2014/main" id="{5966C78C-0E07-45D8-1B7D-A6275048BC3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8A244D3-DB5B-348A-E7FD-70BED1BC2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7833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47829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7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133882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>
                  <a:solidFill>
                    <a:schemeClr val="bg1"/>
                  </a:solidFill>
                  <a:latin typeface="+mn-ea"/>
                </a:rPr>
                <a:t>후기</a:t>
              </a: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5BBFCB3C-0EEB-9D88-9981-2E1081AB2059}"/>
                  </a:ext>
                </a:extLst>
              </p14:cNvPr>
              <p14:cNvContentPartPr/>
              <p14:nvPr/>
            </p14:nvContentPartPr>
            <p14:xfrm>
              <a:off x="9858369" y="6581440"/>
              <a:ext cx="2222720" cy="96401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5BBFCB3C-0EEB-9D88-9981-2E1081AB20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95367" y="6518726"/>
                <a:ext cx="2348365" cy="221471"/>
              </a:xfrm>
              <a:prstGeom prst="rect">
                <a:avLst/>
              </a:prstGeom>
            </p:spPr>
          </p:pic>
        </mc:Fallback>
      </mc:AlternateContent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A6EF744-D03A-FF36-ECC5-E5D9A50B2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5173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1142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7</a:t>
            </a:r>
            <a:r>
              <a:rPr lang="ko-KR" altLang="en-US" sz="1600" b="1" dirty="0"/>
              <a:t> 후기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254DFCD-6BFA-802A-68C5-CE8AE1818DA3}"/>
              </a:ext>
            </a:extLst>
          </p:cNvPr>
          <p:cNvSpPr txBox="1"/>
          <p:nvPr/>
        </p:nvSpPr>
        <p:spPr>
          <a:xfrm>
            <a:off x="4614702" y="1456566"/>
            <a:ext cx="29626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200" b="1" dirty="0">
                <a:solidFill>
                  <a:schemeClr val="accent1"/>
                </a:solidFill>
              </a:rPr>
              <a:t>Review</a:t>
            </a:r>
            <a:endParaRPr lang="ko-KR" altLang="en-US" sz="7200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01EAC-39D2-CA09-720C-EDF7F167A7D4}"/>
              </a:ext>
            </a:extLst>
          </p:cNvPr>
          <p:cNvSpPr txBox="1"/>
          <p:nvPr/>
        </p:nvSpPr>
        <p:spPr>
          <a:xfrm>
            <a:off x="1163052" y="2624029"/>
            <a:ext cx="1017336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0" i="0" dirty="0">
                <a:effectLst/>
                <a:latin typeface="-apple-system"/>
              </a:rPr>
              <a:t>이번 프로젝트를 통해 코딩을 따라가기에는 아직</a:t>
            </a:r>
            <a:br>
              <a:rPr lang="ko-KR" altLang="en-US" sz="1600" dirty="0"/>
            </a:br>
            <a:r>
              <a:rPr lang="ko-KR" altLang="en-US" sz="1600" b="0" i="0" dirty="0">
                <a:effectLst/>
                <a:latin typeface="-apple-system"/>
              </a:rPr>
              <a:t>부족한 부분이 많다는 것을 느꼈습니다</a:t>
            </a:r>
            <a:r>
              <a:rPr lang="en-US" altLang="ko-KR" sz="1600" b="0" i="0" dirty="0">
                <a:effectLst/>
                <a:latin typeface="-apple-system"/>
              </a:rPr>
              <a:t>.</a:t>
            </a:r>
            <a:br>
              <a:rPr lang="ko-KR" altLang="en-US" sz="1600" dirty="0"/>
            </a:br>
            <a:r>
              <a:rPr lang="ko-KR" altLang="en-US" sz="1600" b="0" i="0" dirty="0">
                <a:effectLst/>
                <a:latin typeface="-apple-system"/>
              </a:rPr>
              <a:t>그래도 저희 팀원들은 부족한 저를 포기하지 않고 함께 회의를 하며</a:t>
            </a:r>
            <a:r>
              <a:rPr lang="en-US" altLang="ko-KR" sz="1600" b="0" i="0" dirty="0">
                <a:effectLst/>
                <a:latin typeface="-apple-system"/>
              </a:rPr>
              <a:t>,</a:t>
            </a:r>
            <a:br>
              <a:rPr lang="ko-KR" altLang="en-US" sz="1600" dirty="0"/>
            </a:br>
            <a:r>
              <a:rPr lang="ko-KR" altLang="en-US" sz="1600" b="0" i="0" dirty="0">
                <a:effectLst/>
                <a:latin typeface="-apple-system"/>
              </a:rPr>
              <a:t>각자가 잘할 수 있는 부분들을</a:t>
            </a:r>
            <a:br>
              <a:rPr lang="ko-KR" altLang="en-US" sz="1600" dirty="0"/>
            </a:br>
            <a:r>
              <a:rPr lang="ko-KR" altLang="en-US" sz="1600" b="0" i="0" dirty="0">
                <a:effectLst/>
                <a:latin typeface="-apple-system"/>
              </a:rPr>
              <a:t>업무 분장하여 무사히 이 프로젝트를 마칠 수 있었습니다</a:t>
            </a:r>
            <a:r>
              <a:rPr lang="en-US" altLang="ko-KR" sz="1600" b="0" i="0" dirty="0">
                <a:effectLst/>
                <a:latin typeface="-apple-system"/>
              </a:rPr>
              <a:t>.</a:t>
            </a:r>
            <a:br>
              <a:rPr lang="ko-KR" altLang="en-US" sz="1600" dirty="0"/>
            </a:br>
            <a:r>
              <a:rPr lang="ko-KR" altLang="en-US" sz="1600" b="0" i="0" dirty="0">
                <a:effectLst/>
                <a:latin typeface="-apple-system"/>
              </a:rPr>
              <a:t>다음 프로젝트에는 팀원들에게 도움이 될 수 있게</a:t>
            </a:r>
            <a:br>
              <a:rPr lang="ko-KR" altLang="en-US" sz="1600" dirty="0"/>
            </a:br>
            <a:r>
              <a:rPr lang="ko-KR" altLang="en-US" sz="1600" b="0" i="0" dirty="0">
                <a:effectLst/>
                <a:latin typeface="-apple-system"/>
              </a:rPr>
              <a:t>앞으로 수업을 더 열심히 듣고</a:t>
            </a:r>
            <a:r>
              <a:rPr lang="en-US" altLang="ko-KR" sz="1600" b="0" i="0" dirty="0">
                <a:effectLst/>
                <a:latin typeface="-apple-system"/>
              </a:rPr>
              <a:t>, </a:t>
            </a:r>
            <a:r>
              <a:rPr lang="ko-KR" altLang="en-US" sz="1600" b="0" i="0" dirty="0">
                <a:effectLst/>
                <a:latin typeface="-apple-system"/>
              </a:rPr>
              <a:t>잘 쫓아갈 수 있도록</a:t>
            </a:r>
            <a:br>
              <a:rPr lang="ko-KR" altLang="en-US" sz="1600" dirty="0"/>
            </a:br>
            <a:r>
              <a:rPr lang="ko-KR" altLang="en-US" sz="1600" b="0" i="0" dirty="0">
                <a:effectLst/>
                <a:latin typeface="-apple-system"/>
              </a:rPr>
              <a:t>노력하겠습니다</a:t>
            </a:r>
            <a:endParaRPr lang="en-US" altLang="ko-KR" sz="1600" spc="-15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양쪽 대괄호 10">
            <a:extLst>
              <a:ext uri="{FF2B5EF4-FFF2-40B4-BE49-F238E27FC236}">
                <a16:creationId xmlns:a16="http://schemas.microsoft.com/office/drawing/2014/main" id="{BB84A156-89D3-24C7-611D-EAAE09E85E87}"/>
              </a:ext>
            </a:extLst>
          </p:cNvPr>
          <p:cNvSpPr/>
          <p:nvPr/>
        </p:nvSpPr>
        <p:spPr>
          <a:xfrm>
            <a:off x="1163052" y="2129883"/>
            <a:ext cx="9881937" cy="3077737"/>
          </a:xfrm>
          <a:prstGeom prst="bracketPair">
            <a:avLst>
              <a:gd name="adj" fmla="val 1231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5308089B-0BEA-49A2-976A-A7555123DDD7}"/>
                  </a:ext>
                </a:extLst>
              </p14:cNvPr>
              <p14:cNvContentPartPr/>
              <p14:nvPr/>
            </p14:nvContentPartPr>
            <p14:xfrm>
              <a:off x="11987536" y="6576729"/>
              <a:ext cx="105480" cy="1404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5308089B-0BEA-49A2-976A-A7555123DD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24536" y="6513729"/>
                <a:ext cx="23112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253BDB82-B198-E1C0-B704-99577B6C70E9}"/>
                  </a:ext>
                </a:extLst>
              </p14:cNvPr>
              <p14:cNvContentPartPr/>
              <p14:nvPr/>
            </p14:nvContentPartPr>
            <p14:xfrm>
              <a:off x="10128136" y="6596529"/>
              <a:ext cx="1950480" cy="2592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253BDB82-B198-E1C0-B704-99577B6C70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65136" y="6533889"/>
                <a:ext cx="2076120" cy="1515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700BF29-B7E8-793C-7359-2A0C0CCE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7888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1142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7</a:t>
            </a:r>
            <a:r>
              <a:rPr lang="ko-KR" altLang="en-US" sz="1600" b="1" dirty="0"/>
              <a:t> 후기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254DFCD-6BFA-802A-68C5-CE8AE1818DA3}"/>
              </a:ext>
            </a:extLst>
          </p:cNvPr>
          <p:cNvSpPr txBox="1"/>
          <p:nvPr/>
        </p:nvSpPr>
        <p:spPr>
          <a:xfrm>
            <a:off x="4614702" y="1456566"/>
            <a:ext cx="29626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200" b="1" dirty="0">
                <a:solidFill>
                  <a:schemeClr val="accent1"/>
                </a:solidFill>
              </a:rPr>
              <a:t>Review</a:t>
            </a:r>
            <a:endParaRPr lang="ko-KR" altLang="en-US" sz="7200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01EAC-39D2-CA09-720C-EDF7F167A7D4}"/>
              </a:ext>
            </a:extLst>
          </p:cNvPr>
          <p:cNvSpPr txBox="1"/>
          <p:nvPr/>
        </p:nvSpPr>
        <p:spPr>
          <a:xfrm>
            <a:off x="1163052" y="2358853"/>
            <a:ext cx="1017336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ko-KR" altLang="en-US" sz="1600" i="0" dirty="0">
                <a:effectLst/>
                <a:latin typeface="-apple-system"/>
              </a:rPr>
            </a:br>
            <a:r>
              <a:rPr lang="ko-KR" altLang="en-US" sz="1600" i="0" dirty="0">
                <a:effectLst/>
                <a:latin typeface="-apple-system"/>
              </a:rPr>
              <a:t>프로젝트에서 제가 맡은 업무는 텍스트 순차적</a:t>
            </a:r>
            <a:r>
              <a:rPr lang="en-US" altLang="ko-KR" sz="1600" i="0" dirty="0">
                <a:effectLst/>
                <a:latin typeface="-apple-system"/>
              </a:rPr>
              <a:t>(</a:t>
            </a:r>
            <a:r>
              <a:rPr lang="ko-KR" altLang="en-US" sz="1600" i="0" dirty="0">
                <a:effectLst/>
                <a:latin typeface="-apple-system"/>
              </a:rPr>
              <a:t>시간차를 둬서 한 </a:t>
            </a:r>
            <a:r>
              <a:rPr lang="ko-KR" altLang="en-US" sz="1600" i="0" dirty="0" err="1">
                <a:effectLst/>
                <a:latin typeface="-apple-system"/>
              </a:rPr>
              <a:t>줄씩</a:t>
            </a:r>
            <a:r>
              <a:rPr lang="en-US" altLang="ko-KR" sz="1600" i="0" dirty="0">
                <a:effectLst/>
                <a:latin typeface="-apple-system"/>
              </a:rPr>
              <a:t>)</a:t>
            </a:r>
            <a:endParaRPr lang="en-US" altLang="ko-KR" sz="1600" dirty="0">
              <a:latin typeface="-apple-system"/>
            </a:endParaRPr>
          </a:p>
          <a:p>
            <a:pPr algn="ctr"/>
            <a:r>
              <a:rPr lang="ko-KR" altLang="en-US" sz="1600" i="0" dirty="0">
                <a:effectLst/>
                <a:latin typeface="-apple-system"/>
              </a:rPr>
              <a:t>출력과 전체적 코드 오류 검토 및 수정</a:t>
            </a:r>
            <a:r>
              <a:rPr lang="en-US" altLang="ko-KR" sz="1600" i="0" dirty="0">
                <a:effectLst/>
                <a:latin typeface="-apple-system"/>
              </a:rPr>
              <a:t>, </a:t>
            </a:r>
            <a:r>
              <a:rPr lang="ko-KR" altLang="en-US" sz="1600" i="0" dirty="0" err="1">
                <a:effectLst/>
                <a:latin typeface="-apple-system"/>
              </a:rPr>
              <a:t>비복원</a:t>
            </a:r>
            <a:r>
              <a:rPr lang="ko-KR" altLang="en-US" sz="1600" dirty="0">
                <a:latin typeface="-apple-system"/>
              </a:rPr>
              <a:t> </a:t>
            </a:r>
            <a:r>
              <a:rPr lang="ko-KR" altLang="en-US" sz="1600" i="0" dirty="0">
                <a:effectLst/>
                <a:latin typeface="-apple-system"/>
              </a:rPr>
              <a:t>추출 기능 추가 등을 맡았습니다</a:t>
            </a:r>
            <a:r>
              <a:rPr lang="en-US" altLang="ko-KR" sz="1600" i="0" dirty="0">
                <a:effectLst/>
                <a:latin typeface="-apple-system"/>
              </a:rPr>
              <a:t>. </a:t>
            </a:r>
          </a:p>
          <a:p>
            <a:pPr algn="ctr"/>
            <a:r>
              <a:rPr lang="ko-KR" altLang="en-US" sz="1600" i="0" dirty="0">
                <a:effectLst/>
                <a:latin typeface="-apple-system"/>
              </a:rPr>
              <a:t>처음에는 구현하는 데 어려움을 느꼈지만 수업 시간에 배운 내용을 토대로 </a:t>
            </a:r>
            <a:endParaRPr lang="en-US" altLang="ko-KR" sz="1600" i="0" dirty="0">
              <a:effectLst/>
              <a:latin typeface="-apple-system"/>
            </a:endParaRPr>
          </a:p>
          <a:p>
            <a:pPr algn="ctr"/>
            <a:r>
              <a:rPr lang="ko-KR" altLang="en-US" sz="1600" i="0" dirty="0">
                <a:effectLst/>
                <a:latin typeface="-apple-system"/>
              </a:rPr>
              <a:t>배운 것들을 활용하여 충분히 구현할 수 있었습니다</a:t>
            </a:r>
            <a:r>
              <a:rPr lang="en-US" altLang="ko-KR" sz="1600" i="0" dirty="0">
                <a:effectLst/>
                <a:latin typeface="-apple-system"/>
              </a:rPr>
              <a:t>. </a:t>
            </a:r>
          </a:p>
          <a:p>
            <a:pPr algn="ctr"/>
            <a:r>
              <a:rPr lang="en-US" altLang="ko-KR" sz="1600" i="0" dirty="0">
                <a:effectLst/>
                <a:latin typeface="-apple-system"/>
              </a:rPr>
              <a:t>Class</a:t>
            </a:r>
            <a:r>
              <a:rPr lang="ko-KR" altLang="en-US" sz="1600" i="0" dirty="0" err="1">
                <a:effectLst/>
                <a:latin typeface="-apple-system"/>
              </a:rPr>
              <a:t>를</a:t>
            </a:r>
            <a:r>
              <a:rPr lang="ko-KR" altLang="en-US" sz="1600" i="0" dirty="0">
                <a:effectLst/>
                <a:latin typeface="-apple-system"/>
              </a:rPr>
              <a:t> 따로 분리해서 메소드들을 만들었는데 </a:t>
            </a:r>
            <a:r>
              <a:rPr lang="ko-KR" altLang="en-US" sz="1600" i="0" dirty="0" err="1">
                <a:effectLst/>
                <a:latin typeface="-apple-system"/>
              </a:rPr>
              <a:t>가율님이</a:t>
            </a:r>
            <a:r>
              <a:rPr lang="ko-KR" altLang="en-US" sz="1600" i="0" dirty="0">
                <a:effectLst/>
                <a:latin typeface="-apple-system"/>
              </a:rPr>
              <a:t> 잘 가르쳐 주셔서 활용할 수 있었습니다</a:t>
            </a:r>
            <a:r>
              <a:rPr lang="en-US" altLang="ko-KR" sz="1600" i="0" dirty="0">
                <a:effectLst/>
                <a:latin typeface="-apple-system"/>
              </a:rPr>
              <a:t>. </a:t>
            </a:r>
          </a:p>
          <a:p>
            <a:pPr algn="ctr"/>
            <a:r>
              <a:rPr lang="ko-KR" altLang="en-US" sz="1600" i="0" dirty="0">
                <a:effectLst/>
                <a:latin typeface="-apple-system"/>
              </a:rPr>
              <a:t>이런 프로젝트를 할 때마다 </a:t>
            </a:r>
            <a:r>
              <a:rPr lang="ko-KR" altLang="en-US" sz="1600" i="0" dirty="0" err="1">
                <a:effectLst/>
                <a:latin typeface="-apple-system"/>
              </a:rPr>
              <a:t>팀원들과의</a:t>
            </a:r>
            <a:r>
              <a:rPr lang="ko-KR" altLang="en-US" sz="1600" i="0" dirty="0">
                <a:effectLst/>
                <a:latin typeface="-apple-system"/>
              </a:rPr>
              <a:t> 의사 소통도 늘고</a:t>
            </a:r>
            <a:r>
              <a:rPr lang="en-US" altLang="ko-KR" sz="1600" i="0" dirty="0">
                <a:effectLst/>
                <a:latin typeface="-apple-system"/>
              </a:rPr>
              <a:t>, </a:t>
            </a:r>
          </a:p>
          <a:p>
            <a:pPr algn="ctr"/>
            <a:r>
              <a:rPr lang="ko-KR" altLang="en-US" sz="1600" i="0" dirty="0">
                <a:effectLst/>
                <a:latin typeface="-apple-system"/>
              </a:rPr>
              <a:t>제가 작성한 코드와 팀원들이 작성한 코드를 비교를 해가며 작업을 해보니</a:t>
            </a:r>
            <a:r>
              <a:rPr lang="en-US" altLang="ko-KR" sz="1600" i="0" dirty="0">
                <a:effectLst/>
                <a:latin typeface="-apple-system"/>
              </a:rPr>
              <a:t>,</a:t>
            </a:r>
          </a:p>
          <a:p>
            <a:pPr algn="ctr"/>
            <a:r>
              <a:rPr lang="ko-KR" altLang="en-US" sz="1600" dirty="0"/>
              <a:t>이런 프로젝트 덕분에 실력이 느는 제 자신을 발견할 수 있었습니다</a:t>
            </a:r>
            <a:r>
              <a:rPr lang="en-US" altLang="ko-KR" sz="1600" dirty="0"/>
              <a:t>. </a:t>
            </a:r>
          </a:p>
          <a:p>
            <a:pPr algn="ctr"/>
            <a:r>
              <a:rPr lang="ko-KR" altLang="en-US" sz="1600" dirty="0"/>
              <a:t>앞으로의 프로젝트도 지금처럼 주어진 업무에 최선을 다하도록 하겠습니다</a:t>
            </a:r>
            <a:r>
              <a:rPr lang="en-US" altLang="ko-KR" sz="1600" dirty="0"/>
              <a:t>.</a:t>
            </a:r>
            <a:r>
              <a:rPr lang="ko-KR" altLang="en-US" sz="1600" dirty="0"/>
              <a:t>  </a:t>
            </a:r>
            <a:endParaRPr lang="en-US" altLang="ko-KR" sz="1600" spc="-150" dirty="0">
              <a:latin typeface="+mn-ea"/>
            </a:endParaRPr>
          </a:p>
        </p:txBody>
      </p:sp>
      <p:sp>
        <p:nvSpPr>
          <p:cNvPr id="11" name="양쪽 대괄호 10">
            <a:extLst>
              <a:ext uri="{FF2B5EF4-FFF2-40B4-BE49-F238E27FC236}">
                <a16:creationId xmlns:a16="http://schemas.microsoft.com/office/drawing/2014/main" id="{BB84A156-89D3-24C7-611D-EAAE09E85E87}"/>
              </a:ext>
            </a:extLst>
          </p:cNvPr>
          <p:cNvSpPr/>
          <p:nvPr/>
        </p:nvSpPr>
        <p:spPr>
          <a:xfrm>
            <a:off x="1163052" y="2129883"/>
            <a:ext cx="9881937" cy="3077737"/>
          </a:xfrm>
          <a:prstGeom prst="bracketPair">
            <a:avLst>
              <a:gd name="adj" fmla="val 1231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7B1CE1CA-0FB5-D96A-DD5F-26FE17CFCE24}"/>
                  </a:ext>
                </a:extLst>
              </p14:cNvPr>
              <p14:cNvContentPartPr/>
              <p14:nvPr/>
            </p14:nvContentPartPr>
            <p14:xfrm>
              <a:off x="10128136" y="6596529"/>
              <a:ext cx="1950480" cy="2592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7B1CE1CA-0FB5-D96A-DD5F-26FE17CFCE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65136" y="6533889"/>
                <a:ext cx="2076120" cy="1515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991E23-83B1-C738-5D86-5B59C8D48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6711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1142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Part 7</a:t>
            </a:r>
            <a:r>
              <a:rPr lang="ko-KR" altLang="en-US" sz="1600" b="1" dirty="0"/>
              <a:t> 후기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254DFCD-6BFA-802A-68C5-CE8AE1818DA3}"/>
              </a:ext>
            </a:extLst>
          </p:cNvPr>
          <p:cNvSpPr txBox="1"/>
          <p:nvPr/>
        </p:nvSpPr>
        <p:spPr>
          <a:xfrm>
            <a:off x="4614702" y="1456566"/>
            <a:ext cx="29626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200" b="1" dirty="0">
                <a:solidFill>
                  <a:schemeClr val="accent1"/>
                </a:solidFill>
              </a:rPr>
              <a:t>Review</a:t>
            </a:r>
            <a:endParaRPr lang="ko-KR" altLang="en-US" sz="7200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01EAC-39D2-CA09-720C-EDF7F167A7D4}"/>
              </a:ext>
            </a:extLst>
          </p:cNvPr>
          <p:cNvSpPr txBox="1"/>
          <p:nvPr/>
        </p:nvSpPr>
        <p:spPr>
          <a:xfrm>
            <a:off x="1163052" y="2651461"/>
            <a:ext cx="101733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i="0" dirty="0">
                <a:effectLst/>
                <a:latin typeface="-apple-system"/>
              </a:rPr>
              <a:t>프로젝트를 진행하면서 중요하게 생각했던 부분이 문제 해결을 위한 팀원들과 의사소통이었습니다</a:t>
            </a:r>
            <a:r>
              <a:rPr lang="en-US" altLang="ko-KR" sz="1600" i="0" dirty="0">
                <a:effectLst/>
                <a:latin typeface="-apple-system"/>
              </a:rPr>
              <a:t>.</a:t>
            </a:r>
            <a:br>
              <a:rPr lang="ko-KR" altLang="en-US" sz="1600" dirty="0"/>
            </a:br>
            <a:r>
              <a:rPr lang="ko-KR" altLang="en-US" sz="1600" i="0" dirty="0">
                <a:effectLst/>
                <a:latin typeface="-apple-system"/>
              </a:rPr>
              <a:t>부족한 부분을 성민님과 성도님이 </a:t>
            </a:r>
            <a:r>
              <a:rPr lang="ko-KR" altLang="en-US" sz="1600" i="0" dirty="0" err="1">
                <a:effectLst/>
                <a:latin typeface="-apple-system"/>
              </a:rPr>
              <a:t>채워주시고</a:t>
            </a:r>
            <a:r>
              <a:rPr lang="ko-KR" altLang="en-US" sz="1600" i="0" dirty="0">
                <a:effectLst/>
                <a:latin typeface="-apple-system"/>
              </a:rPr>
              <a:t> </a:t>
            </a:r>
            <a:endParaRPr lang="en-US" altLang="ko-KR" sz="1600" i="0" dirty="0">
              <a:effectLst/>
              <a:latin typeface="-apple-system"/>
            </a:endParaRPr>
          </a:p>
          <a:p>
            <a:pPr algn="ctr"/>
            <a:r>
              <a:rPr lang="ko-KR" altLang="en-US" sz="1600" i="0" dirty="0">
                <a:effectLst/>
                <a:latin typeface="-apple-system"/>
              </a:rPr>
              <a:t>서로 역할 분담을 짜임새 있게 잘 되어 손발이 맞는 팀이었습니다</a:t>
            </a:r>
            <a:r>
              <a:rPr lang="en-US" altLang="ko-KR" sz="1600" i="0" dirty="0">
                <a:effectLst/>
                <a:latin typeface="-apple-system"/>
              </a:rPr>
              <a:t>.</a:t>
            </a:r>
            <a:br>
              <a:rPr lang="ko-KR" altLang="en-US" sz="1600" dirty="0"/>
            </a:br>
            <a:r>
              <a:rPr lang="ko-KR" altLang="en-US" sz="1600" i="0" dirty="0">
                <a:effectLst/>
                <a:latin typeface="-apple-system"/>
              </a:rPr>
              <a:t>수업에서 아직 진도를 나가지 않았던 부분인</a:t>
            </a:r>
            <a:r>
              <a:rPr lang="en-US" altLang="ko-KR" sz="1600" i="0" dirty="0">
                <a:effectLst/>
                <a:latin typeface="-apple-system"/>
              </a:rPr>
              <a:t>(</a:t>
            </a:r>
            <a:r>
              <a:rPr lang="ko-KR" altLang="en-US" sz="1600" i="0" dirty="0">
                <a:effectLst/>
                <a:latin typeface="-apple-system"/>
              </a:rPr>
              <a:t>클래스 및 메서드</a:t>
            </a:r>
            <a:r>
              <a:rPr lang="en-US" altLang="ko-KR" sz="1600" i="0" dirty="0">
                <a:effectLst/>
                <a:latin typeface="-apple-system"/>
              </a:rPr>
              <a:t>,</a:t>
            </a:r>
            <a:r>
              <a:rPr lang="ko-KR" altLang="en-US" sz="1600" i="0" dirty="0">
                <a:effectLst/>
                <a:latin typeface="-apple-system"/>
              </a:rPr>
              <a:t> 생성자</a:t>
            </a:r>
            <a:r>
              <a:rPr lang="en-US" altLang="ko-KR" sz="1600" i="0" dirty="0">
                <a:effectLst/>
                <a:latin typeface="-apple-system"/>
              </a:rPr>
              <a:t>)</a:t>
            </a:r>
            <a:r>
              <a:rPr lang="ko-KR" altLang="en-US" sz="1600" i="0" dirty="0">
                <a:effectLst/>
                <a:latin typeface="-apple-system"/>
              </a:rPr>
              <a:t>에서</a:t>
            </a:r>
            <a:br>
              <a:rPr lang="ko-KR" altLang="en-US" sz="1600" dirty="0"/>
            </a:br>
            <a:r>
              <a:rPr lang="ko-KR" altLang="en-US" sz="1600" i="0" dirty="0">
                <a:effectLst/>
                <a:latin typeface="-apple-system"/>
              </a:rPr>
              <a:t>선생님의 당부 말씀이 걸려 고민을 하였지만</a:t>
            </a:r>
            <a:r>
              <a:rPr lang="en-US" altLang="ko-KR" sz="1600" i="0" dirty="0">
                <a:effectLst/>
                <a:latin typeface="-apple-system"/>
              </a:rPr>
              <a:t>, </a:t>
            </a:r>
            <a:r>
              <a:rPr lang="ko-KR" altLang="en-US" sz="1600" i="0" dirty="0">
                <a:effectLst/>
                <a:latin typeface="-apple-system"/>
              </a:rPr>
              <a:t>소스코드를 작성하다 보니</a:t>
            </a:r>
            <a:br>
              <a:rPr lang="ko-KR" altLang="en-US" sz="1600" dirty="0"/>
            </a:br>
            <a:r>
              <a:rPr lang="ko-KR" altLang="en-US" sz="1600" i="0" dirty="0">
                <a:effectLst/>
                <a:latin typeface="-apple-system"/>
              </a:rPr>
              <a:t>유지 보수의 용이성과 가독성을 생각하게 되었습니다</a:t>
            </a:r>
            <a:r>
              <a:rPr lang="en-US" altLang="ko-KR" sz="1600" i="0" dirty="0">
                <a:effectLst/>
                <a:latin typeface="-apple-system"/>
              </a:rPr>
              <a:t>.</a:t>
            </a:r>
            <a:br>
              <a:rPr lang="ko-KR" altLang="en-US" sz="1600" dirty="0"/>
            </a:br>
            <a:r>
              <a:rPr lang="ko-KR" altLang="en-US" sz="1600" i="0" dirty="0">
                <a:effectLst/>
                <a:latin typeface="-apple-system"/>
              </a:rPr>
              <a:t>자료를 찾아가며 사용해 봤지만 아직 부족하다는 생각이 많이 듭니다</a:t>
            </a:r>
            <a:r>
              <a:rPr lang="en-US" altLang="ko-KR" sz="1600" i="0" dirty="0">
                <a:effectLst/>
                <a:latin typeface="-apple-system"/>
              </a:rPr>
              <a:t>.</a:t>
            </a:r>
          </a:p>
          <a:p>
            <a:pPr algn="ctr"/>
            <a:r>
              <a:rPr lang="ko-KR" altLang="en-US" sz="1600" i="0" dirty="0">
                <a:effectLst/>
                <a:latin typeface="-apple-system"/>
              </a:rPr>
              <a:t>앞으로 공부를 더 열심히 하여 복잡도 및 가독성</a:t>
            </a:r>
            <a:r>
              <a:rPr lang="en-US" altLang="ko-KR" sz="1600" i="0" dirty="0">
                <a:effectLst/>
                <a:latin typeface="-apple-system"/>
              </a:rPr>
              <a:t>, </a:t>
            </a:r>
          </a:p>
          <a:p>
            <a:pPr algn="ctr"/>
            <a:r>
              <a:rPr lang="ko-KR" altLang="en-US" sz="1600" i="0" dirty="0">
                <a:effectLst/>
                <a:latin typeface="-apple-system"/>
              </a:rPr>
              <a:t>유지 보수 용이성에 적합한 코드를 작성하도록 노력하겠습니다</a:t>
            </a:r>
            <a:endParaRPr lang="en-US" altLang="ko-KR" sz="1600" spc="-150" dirty="0">
              <a:latin typeface="+mn-ea"/>
            </a:endParaRPr>
          </a:p>
        </p:txBody>
      </p:sp>
      <p:sp>
        <p:nvSpPr>
          <p:cNvPr id="11" name="양쪽 대괄호 10">
            <a:extLst>
              <a:ext uri="{FF2B5EF4-FFF2-40B4-BE49-F238E27FC236}">
                <a16:creationId xmlns:a16="http://schemas.microsoft.com/office/drawing/2014/main" id="{BB84A156-89D3-24C7-611D-EAAE09E85E87}"/>
              </a:ext>
            </a:extLst>
          </p:cNvPr>
          <p:cNvSpPr/>
          <p:nvPr/>
        </p:nvSpPr>
        <p:spPr>
          <a:xfrm>
            <a:off x="1163052" y="2129883"/>
            <a:ext cx="9881937" cy="3077737"/>
          </a:xfrm>
          <a:prstGeom prst="bracketPair">
            <a:avLst>
              <a:gd name="adj" fmla="val 1231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C095941A-FD7F-32CD-5668-83EDC60EE7FF}"/>
                  </a:ext>
                </a:extLst>
              </p14:cNvPr>
              <p14:cNvContentPartPr/>
              <p14:nvPr/>
            </p14:nvContentPartPr>
            <p14:xfrm>
              <a:off x="10128136" y="6596529"/>
              <a:ext cx="1950480" cy="2592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C095941A-FD7F-32CD-5668-83EDC60EE7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65136" y="6533889"/>
                <a:ext cx="2076120" cy="1515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74EA2B-7F3F-053C-E85B-1A7E398E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2612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228">
            <a:extLst>
              <a:ext uri="{FF2B5EF4-FFF2-40B4-BE49-F238E27FC236}">
                <a16:creationId xmlns:a16="http://schemas.microsoft.com/office/drawing/2014/main" id="{82E972E3-5A9F-5EC8-8519-037C335D1561}"/>
              </a:ext>
            </a:extLst>
          </p:cNvPr>
          <p:cNvSpPr txBox="1"/>
          <p:nvPr/>
        </p:nvSpPr>
        <p:spPr>
          <a:xfrm flipH="1">
            <a:off x="1548179" y="3160920"/>
            <a:ext cx="49961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bg1"/>
                </a:solidFill>
              </a:rPr>
              <a:t>THANK YOU   .</a:t>
            </a:r>
            <a:endParaRPr lang="ko-KR" altLang="en-US" sz="6000" b="1" dirty="0">
              <a:solidFill>
                <a:schemeClr val="bg1"/>
              </a:solidFill>
            </a:endParaRPr>
          </a:p>
        </p:txBody>
      </p:sp>
      <p:pic>
        <p:nvPicPr>
          <p:cNvPr id="2050" name="Picture 2" descr="애플 매직마우스와 매직키보드">
            <a:extLst>
              <a:ext uri="{FF2B5EF4-FFF2-40B4-BE49-F238E27FC236}">
                <a16:creationId xmlns:a16="http://schemas.microsoft.com/office/drawing/2014/main" id="{F2FCFE90-DE15-DADB-4627-5ECE28729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675" y="0"/>
            <a:ext cx="41243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양쪽 대괄호 1">
            <a:extLst>
              <a:ext uri="{FF2B5EF4-FFF2-40B4-BE49-F238E27FC236}">
                <a16:creationId xmlns:a16="http://schemas.microsoft.com/office/drawing/2014/main" id="{8B785C7E-1F67-C864-17D5-29D18E45E9D6}"/>
              </a:ext>
            </a:extLst>
          </p:cNvPr>
          <p:cNvSpPr/>
          <p:nvPr/>
        </p:nvSpPr>
        <p:spPr>
          <a:xfrm>
            <a:off x="1313094" y="2129883"/>
            <a:ext cx="5466351" cy="3077737"/>
          </a:xfrm>
          <a:prstGeom prst="bracketPair">
            <a:avLst>
              <a:gd name="adj" fmla="val 12319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7F75765-AA0F-E8A5-DFFC-FA2DBF56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34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/>
    </p:bldLst>
  </p:timing>
</p:sld>
</file>

<file path=ppt/theme/theme1.xml><?xml version="1.0" encoding="utf-8"?>
<a:theme xmlns:a="http://schemas.openxmlformats.org/drawingml/2006/main" name="Office 테마">
  <a:themeElements>
    <a:clrScheme name="_008_10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Pretendard_Black_standard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1129</TotalTime>
  <Words>1409</Words>
  <Application>Microsoft Macintosh PowerPoint</Application>
  <PresentationFormat>와이드스크린</PresentationFormat>
  <Paragraphs>296</Paragraphs>
  <Slides>34</Slides>
  <Notes>3</Notes>
  <HiddenSlides>0</HiddenSlides>
  <MMClips>2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5" baseType="lpstr">
      <vt:lpstr>-apple-system</vt:lpstr>
      <vt:lpstr>Gungsuh</vt:lpstr>
      <vt:lpstr>NanumGothic</vt:lpstr>
      <vt:lpstr>Malgun Gothic</vt:lpstr>
      <vt:lpstr>Malgun Gothic</vt:lpstr>
      <vt:lpstr>Pretendard</vt:lpstr>
      <vt:lpstr>Pretendard Black</vt:lpstr>
      <vt:lpstr>Arial</vt:lpstr>
      <vt:lpstr>Menlo-Regular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김가율</cp:lastModifiedBy>
  <cp:revision>54</cp:revision>
  <dcterms:created xsi:type="dcterms:W3CDTF">2022-08-03T01:14:38Z</dcterms:created>
  <dcterms:modified xsi:type="dcterms:W3CDTF">2023-10-13T02:50:02Z</dcterms:modified>
</cp:coreProperties>
</file>