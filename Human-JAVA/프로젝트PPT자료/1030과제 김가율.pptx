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4" r:id="rId1"/>
  </p:sld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47"/>
    <p:restoredTop sz="94719"/>
  </p:normalViewPr>
  <p:slideViewPr>
    <p:cSldViewPr snapToGrid="0">
      <p:cViewPr varScale="1">
        <p:scale>
          <a:sx n="150" d="100"/>
          <a:sy n="150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10/31/23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89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202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16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602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64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31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21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53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86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4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spc="7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10/31/23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spc="7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900" spc="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41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23" r:id="rId6"/>
    <p:sldLayoutId id="2147483718" r:id="rId7"/>
    <p:sldLayoutId id="2147483719" r:id="rId8"/>
    <p:sldLayoutId id="2147483720" r:id="rId9"/>
    <p:sldLayoutId id="2147483722" r:id="rId10"/>
    <p:sldLayoutId id="2147483721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1" kern="1200" spc="1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 spc="7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0" kern="1200" spc="7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7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0" kern="1200" spc="7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 spc="7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DE3B669-D0C6-43C4-9D0E-ED152B12D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26029CD-5FD0-3B7C-97C1-C80E918BC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347" y="5422789"/>
            <a:ext cx="8888461" cy="706641"/>
          </a:xfrm>
        </p:spPr>
        <p:txBody>
          <a:bodyPr anchor="b">
            <a:normAutofit/>
          </a:bodyPr>
          <a:lstStyle/>
          <a:p>
            <a:r>
              <a:rPr kumimoji="1" lang="en-US" altLang="ko-KR" sz="2800" dirty="0"/>
              <a:t>2023</a:t>
            </a:r>
            <a:r>
              <a:rPr kumimoji="1" lang="ko-KR" altLang="en-US" sz="2800" dirty="0"/>
              <a:t>년 </a:t>
            </a:r>
            <a:r>
              <a:rPr kumimoji="1" lang="en-US" altLang="ko-KR" sz="2800" dirty="0"/>
              <a:t>10</a:t>
            </a:r>
            <a:r>
              <a:rPr kumimoji="1" lang="ko-KR" altLang="en-US" sz="2800" dirty="0"/>
              <a:t>월 </a:t>
            </a:r>
            <a:r>
              <a:rPr kumimoji="1" lang="en-US" altLang="ko-KR" sz="2800" dirty="0"/>
              <a:t>30</a:t>
            </a:r>
            <a:r>
              <a:rPr kumimoji="1" lang="ko-KR" altLang="en-US" sz="2800" dirty="0"/>
              <a:t>일 과제</a:t>
            </a:r>
            <a:r>
              <a:rPr kumimoji="1" lang="en-US" altLang="ko-KR" sz="2800" dirty="0"/>
              <a:t>	</a:t>
            </a:r>
            <a:endParaRPr kumimoji="1"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CA9727-8899-5D7E-8694-3B5039138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348" y="6165748"/>
            <a:ext cx="8888460" cy="365125"/>
          </a:xfrm>
        </p:spPr>
        <p:txBody>
          <a:bodyPr anchor="t">
            <a:normAutofit fontScale="62500" lnSpcReduction="20000"/>
          </a:bodyPr>
          <a:lstStyle/>
          <a:p>
            <a:r>
              <a:rPr kumimoji="1" lang="ko-KR" altLang="en-US" sz="1600" dirty="0" err="1"/>
              <a:t>김가율</a:t>
            </a:r>
            <a:endParaRPr kumimoji="1" lang="ko-KR" altLang="en-US" sz="1600" dirty="0"/>
          </a:p>
        </p:txBody>
      </p:sp>
      <p:pic>
        <p:nvPicPr>
          <p:cNvPr id="4" name="Picture 3" descr="분홍색과 파란색 구름">
            <a:extLst>
              <a:ext uri="{FF2B5EF4-FFF2-40B4-BE49-F238E27FC236}">
                <a16:creationId xmlns:a16="http://schemas.microsoft.com/office/drawing/2014/main" id="{E64E1571-88FB-70D8-C15A-E4ECFD805F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502" b="33"/>
          <a:stretch/>
        </p:blipFill>
        <p:spPr>
          <a:xfrm>
            <a:off x="-2" y="10"/>
            <a:ext cx="12192002" cy="514801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5D9F35-775B-4B73-BBB6-176A2E086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1741688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5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52BCA2-DC98-FB36-24DF-71A711E9E1A2}"/>
              </a:ext>
            </a:extLst>
          </p:cNvPr>
          <p:cNvSpPr txBox="1"/>
          <p:nvPr/>
        </p:nvSpPr>
        <p:spPr>
          <a:xfrm>
            <a:off x="1058333" y="1456267"/>
            <a:ext cx="769152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effectLst/>
              </a:rPr>
              <a:t>String a ="The only wat to do great work is to love what you do";</a:t>
            </a:r>
            <a:br>
              <a:rPr lang="en-US" altLang="ko-KR" dirty="0">
                <a:effectLst/>
              </a:rPr>
            </a:b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//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문제</a:t>
            </a:r>
            <a:r>
              <a:rPr lang="en-US" altLang="ko-KR" dirty="0">
                <a:effectLst/>
              </a:rPr>
              <a:t>1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//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알파벳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a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가 몇개인지 </a:t>
            </a:r>
            <a:r>
              <a:rPr lang="ko-KR" altLang="en-US" dirty="0" err="1">
                <a:effectLst/>
                <a:latin typeface="Menlo-Regular" panose="020B0609030804020204" pitchFamily="49" charset="0"/>
              </a:rPr>
              <a:t>카운딩하시오</a:t>
            </a:r>
            <a:br>
              <a:rPr lang="ko-KR" altLang="en-US" dirty="0">
                <a:effectLst/>
                <a:latin typeface="Menlo-Regular" panose="020B0609030804020204" pitchFamily="49" charset="0"/>
              </a:rPr>
            </a:br>
            <a:br>
              <a:rPr lang="ko-KR" altLang="en-US" dirty="0">
                <a:effectLst/>
                <a:latin typeface="Menlo-Regular" panose="020B0609030804020204" pitchFamily="49" charset="0"/>
              </a:rPr>
            </a:br>
            <a:r>
              <a:rPr lang="en-US" altLang="ko-KR" dirty="0">
                <a:effectLst/>
              </a:rPr>
              <a:t>int </a:t>
            </a:r>
            <a:r>
              <a:rPr lang="en-US" altLang="ko-KR" dirty="0" err="1">
                <a:effectLst/>
              </a:rPr>
              <a:t>charCnt</a:t>
            </a:r>
            <a:r>
              <a:rPr lang="en-US" altLang="ko-KR" dirty="0">
                <a:effectLst/>
              </a:rPr>
              <a:t> =0;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for (int </a:t>
            </a:r>
            <a:r>
              <a:rPr lang="en-US" altLang="ko-KR" dirty="0" err="1">
                <a:effectLst/>
              </a:rPr>
              <a:t>i</a:t>
            </a:r>
            <a:r>
              <a:rPr lang="en-US" altLang="ko-KR" dirty="0">
                <a:effectLst/>
              </a:rPr>
              <a:t> = 0; </a:t>
            </a:r>
            <a:r>
              <a:rPr lang="en-US" altLang="ko-KR" dirty="0" err="1">
                <a:effectLst/>
              </a:rPr>
              <a:t>i</a:t>
            </a:r>
            <a:r>
              <a:rPr lang="en-US" altLang="ko-KR" dirty="0">
                <a:effectLst/>
              </a:rPr>
              <a:t> &lt; </a:t>
            </a:r>
            <a:r>
              <a:rPr lang="en-US" altLang="ko-KR" dirty="0" err="1">
                <a:effectLst/>
              </a:rPr>
              <a:t>a.length</a:t>
            </a:r>
            <a:r>
              <a:rPr lang="en-US" altLang="ko-KR" dirty="0">
                <a:effectLst/>
              </a:rPr>
              <a:t>(); </a:t>
            </a:r>
            <a:r>
              <a:rPr lang="en-US" altLang="ko-KR" dirty="0" err="1">
                <a:effectLst/>
              </a:rPr>
              <a:t>i</a:t>
            </a:r>
            <a:r>
              <a:rPr lang="en-US" altLang="ko-KR" dirty="0">
                <a:effectLst/>
              </a:rPr>
              <a:t>++) {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    char </a:t>
            </a:r>
            <a:r>
              <a:rPr lang="en-US" altLang="ko-KR" dirty="0" err="1">
                <a:effectLst/>
              </a:rPr>
              <a:t>tmp</a:t>
            </a:r>
            <a:r>
              <a:rPr lang="en-US" altLang="ko-KR" dirty="0">
                <a:effectLst/>
              </a:rPr>
              <a:t> = </a:t>
            </a:r>
            <a:r>
              <a:rPr lang="en-US" altLang="ko-KR" dirty="0" err="1">
                <a:effectLst/>
              </a:rPr>
              <a:t>a.charAt</a:t>
            </a:r>
            <a:r>
              <a:rPr lang="en-US" altLang="ko-KR" dirty="0">
                <a:effectLst/>
              </a:rPr>
              <a:t>(</a:t>
            </a:r>
            <a:r>
              <a:rPr lang="en-US" altLang="ko-KR" dirty="0" err="1">
                <a:effectLst/>
              </a:rPr>
              <a:t>i</a:t>
            </a:r>
            <a:r>
              <a:rPr lang="en-US" altLang="ko-KR" dirty="0">
                <a:effectLst/>
              </a:rPr>
              <a:t>);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    if (</a:t>
            </a:r>
            <a:r>
              <a:rPr lang="en-US" altLang="ko-KR" dirty="0" err="1">
                <a:effectLst/>
              </a:rPr>
              <a:t>tmp</a:t>
            </a:r>
            <a:r>
              <a:rPr lang="en-US" altLang="ko-KR" dirty="0">
                <a:effectLst/>
              </a:rPr>
              <a:t> == 'a') </a:t>
            </a:r>
            <a:r>
              <a:rPr lang="en-US" altLang="ko-KR" dirty="0" err="1">
                <a:effectLst/>
              </a:rPr>
              <a:t>charCnt</a:t>
            </a:r>
            <a:r>
              <a:rPr lang="en-US" altLang="ko-KR" dirty="0">
                <a:effectLst/>
              </a:rPr>
              <a:t> +=1;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}</a:t>
            </a:r>
            <a:br>
              <a:rPr lang="en-US" altLang="ko-KR" dirty="0">
                <a:effectLst/>
              </a:rPr>
            </a:br>
            <a:r>
              <a:rPr lang="en-US" altLang="ko-KR" dirty="0" err="1">
                <a:effectLst/>
              </a:rPr>
              <a:t>System.</a:t>
            </a:r>
            <a:r>
              <a:rPr lang="en-US" altLang="ko-KR" b="1" i="1" dirty="0" err="1">
                <a:effectLst/>
              </a:rPr>
              <a:t>out</a:t>
            </a:r>
            <a:r>
              <a:rPr lang="en-US" altLang="ko-KR" dirty="0" err="1">
                <a:effectLst/>
              </a:rPr>
              <a:t>.println</a:t>
            </a:r>
            <a:r>
              <a:rPr lang="en-US" altLang="ko-KR" dirty="0">
                <a:effectLst/>
              </a:rPr>
              <a:t>("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문제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1 : a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의 </a:t>
            </a:r>
            <a:r>
              <a:rPr lang="ko-KR" altLang="en-US" dirty="0" err="1">
                <a:effectLst/>
                <a:latin typeface="Menlo-Regular" panose="020B0609030804020204" pitchFamily="49" charset="0"/>
              </a:rPr>
              <a:t>갯수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&gt;&gt;  " + </a:t>
            </a:r>
            <a:r>
              <a:rPr lang="en-US" altLang="ko-KR" dirty="0" err="1">
                <a:effectLst/>
              </a:rPr>
              <a:t>charCnt</a:t>
            </a:r>
            <a:r>
              <a:rPr lang="en-US" altLang="ko-KR" dirty="0">
                <a:effectLst/>
              </a:rPr>
              <a:t>); // a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의 </a:t>
            </a:r>
            <a:r>
              <a:rPr lang="ko-KR" altLang="en-US" dirty="0" err="1">
                <a:effectLst/>
                <a:latin typeface="Menlo-Regular" panose="020B0609030804020204" pitchFamily="49" charset="0"/>
              </a:rPr>
              <a:t>갯수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 총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3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개</a:t>
            </a:r>
            <a:endParaRPr lang="ko-KR" altLang="en-US" dirty="0">
              <a:effectLst/>
            </a:endParaRP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1334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52BCA2-DC98-FB36-24DF-71A711E9E1A2}"/>
              </a:ext>
            </a:extLst>
          </p:cNvPr>
          <p:cNvSpPr txBox="1"/>
          <p:nvPr/>
        </p:nvSpPr>
        <p:spPr>
          <a:xfrm>
            <a:off x="1058333" y="1456267"/>
            <a:ext cx="877035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effectLst/>
              </a:rPr>
              <a:t>//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문제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2-1 </a:t>
            </a:r>
            <a:r>
              <a:rPr lang="en-US" altLang="ko-KR" dirty="0" err="1">
                <a:effectLst/>
              </a:rPr>
              <a:t>indexof</a:t>
            </a:r>
            <a:r>
              <a:rPr lang="ko-KR" altLang="en-US" dirty="0" err="1">
                <a:effectLst/>
                <a:latin typeface="Menlo-Regular" panose="020B0609030804020204" pitchFamily="49" charset="0"/>
              </a:rPr>
              <a:t>를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 이용하여</a:t>
            </a:r>
            <a:br>
              <a:rPr lang="ko-KR" altLang="en-US" dirty="0">
                <a:effectLst/>
                <a:latin typeface="Menlo-Regular" panose="020B0609030804020204" pitchFamily="49" charset="0"/>
              </a:rPr>
            </a:br>
            <a:r>
              <a:rPr lang="en-US" altLang="ko-KR" dirty="0">
                <a:effectLst/>
              </a:rPr>
              <a:t>// do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라는 단어가 몇 개인지 </a:t>
            </a:r>
            <a:r>
              <a:rPr lang="ko-KR" altLang="en-US" dirty="0" err="1">
                <a:effectLst/>
                <a:latin typeface="Menlo-Regular" panose="020B0609030804020204" pitchFamily="49" charset="0"/>
              </a:rPr>
              <a:t>카운팅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 </a:t>
            </a:r>
            <a:r>
              <a:rPr lang="ko-KR" altLang="en-US" dirty="0" err="1">
                <a:effectLst/>
                <a:latin typeface="Menlo-Regular" panose="020B0609030804020204" pitchFamily="49" charset="0"/>
              </a:rPr>
              <a:t>하시오</a:t>
            </a:r>
            <a:br>
              <a:rPr lang="ko-KR" altLang="en-US" dirty="0">
                <a:effectLst/>
                <a:latin typeface="Menlo-Regular" panose="020B0609030804020204" pitchFamily="49" charset="0"/>
              </a:rPr>
            </a:br>
            <a:r>
              <a:rPr lang="en-US" altLang="ko-KR" dirty="0">
                <a:effectLst/>
              </a:rPr>
              <a:t>int </a:t>
            </a:r>
            <a:r>
              <a:rPr lang="en-US" altLang="ko-KR" dirty="0" err="1">
                <a:effectLst/>
              </a:rPr>
              <a:t>finderString</a:t>
            </a:r>
            <a:r>
              <a:rPr lang="en-US" altLang="ko-KR" dirty="0">
                <a:effectLst/>
              </a:rPr>
              <a:t> = </a:t>
            </a:r>
            <a:r>
              <a:rPr lang="en-US" altLang="ko-KR" dirty="0" err="1">
                <a:effectLst/>
              </a:rPr>
              <a:t>a.indexOf</a:t>
            </a:r>
            <a:r>
              <a:rPr lang="en-US" altLang="ko-KR" dirty="0">
                <a:effectLst/>
              </a:rPr>
              <a:t>("do");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int </a:t>
            </a:r>
            <a:r>
              <a:rPr lang="en-US" altLang="ko-KR" dirty="0" err="1">
                <a:effectLst/>
              </a:rPr>
              <a:t>finderCnt</a:t>
            </a:r>
            <a:r>
              <a:rPr lang="en-US" altLang="ko-KR" dirty="0">
                <a:effectLst/>
              </a:rPr>
              <a:t> = 0;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while ( </a:t>
            </a:r>
            <a:r>
              <a:rPr lang="en-US" altLang="ko-KR" dirty="0" err="1">
                <a:effectLst/>
              </a:rPr>
              <a:t>finderString</a:t>
            </a:r>
            <a:r>
              <a:rPr lang="en-US" altLang="ko-KR" dirty="0">
                <a:effectLst/>
              </a:rPr>
              <a:t> &gt;= 0 ) {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    </a:t>
            </a:r>
            <a:r>
              <a:rPr lang="en-US" altLang="ko-KR" dirty="0" err="1">
                <a:effectLst/>
              </a:rPr>
              <a:t>finderCnt</a:t>
            </a:r>
            <a:r>
              <a:rPr lang="en-US" altLang="ko-KR" dirty="0">
                <a:effectLst/>
              </a:rPr>
              <a:t>++;  //</a:t>
            </a:r>
            <a:r>
              <a:rPr lang="ko-KR" altLang="en-US" dirty="0" err="1">
                <a:effectLst/>
                <a:latin typeface="Menlo-Regular" panose="020B0609030804020204" pitchFamily="49" charset="0"/>
              </a:rPr>
              <a:t>카운팅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 누적</a:t>
            </a:r>
            <a:br>
              <a:rPr lang="ko-KR" altLang="en-US" dirty="0">
                <a:effectLst/>
                <a:latin typeface="Menlo-Regular" panose="020B0609030804020204" pitchFamily="49" charset="0"/>
              </a:rPr>
            </a:br>
            <a:r>
              <a:rPr lang="ko-KR" altLang="en-US" dirty="0">
                <a:effectLst/>
                <a:latin typeface="Menlo-Regular" panose="020B0609030804020204" pitchFamily="49" charset="0"/>
              </a:rPr>
              <a:t>    </a:t>
            </a:r>
            <a:r>
              <a:rPr lang="en-US" altLang="ko-KR" dirty="0" err="1">
                <a:effectLst/>
              </a:rPr>
              <a:t>finderString</a:t>
            </a:r>
            <a:r>
              <a:rPr lang="en-US" altLang="ko-KR" dirty="0">
                <a:effectLst/>
              </a:rPr>
              <a:t> = </a:t>
            </a:r>
            <a:r>
              <a:rPr lang="en-US" altLang="ko-KR" dirty="0" err="1">
                <a:effectLst/>
              </a:rPr>
              <a:t>a.indexOf</a:t>
            </a:r>
            <a:r>
              <a:rPr lang="en-US" altLang="ko-KR" dirty="0">
                <a:effectLst/>
              </a:rPr>
              <a:t>("do" , finderString+1); //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인덱스번호 갱신</a:t>
            </a:r>
            <a:br>
              <a:rPr lang="ko-KR" altLang="en-US" dirty="0">
                <a:effectLst/>
                <a:latin typeface="Menlo-Regular" panose="020B0609030804020204" pitchFamily="49" charset="0"/>
              </a:rPr>
            </a:br>
            <a:r>
              <a:rPr lang="en-US" altLang="ko-KR" dirty="0">
                <a:effectLst/>
              </a:rPr>
              <a:t>}</a:t>
            </a:r>
            <a:br>
              <a:rPr lang="en-US" altLang="ko-KR" dirty="0">
                <a:effectLst/>
              </a:rPr>
            </a:br>
            <a:r>
              <a:rPr lang="en-US" altLang="ko-KR" dirty="0" err="1">
                <a:effectLst/>
              </a:rPr>
              <a:t>System.</a:t>
            </a:r>
            <a:r>
              <a:rPr lang="en-US" altLang="ko-KR" b="1" i="1" dirty="0" err="1">
                <a:effectLst/>
              </a:rPr>
              <a:t>out</a:t>
            </a:r>
            <a:r>
              <a:rPr lang="en-US" altLang="ko-KR" dirty="0" err="1">
                <a:effectLst/>
              </a:rPr>
              <a:t>.println</a:t>
            </a:r>
            <a:r>
              <a:rPr lang="en-US" altLang="ko-KR" dirty="0">
                <a:effectLst/>
              </a:rPr>
              <a:t>("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문제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2-1 : </a:t>
            </a:r>
            <a:r>
              <a:rPr lang="en-US" altLang="ko-KR" dirty="0" err="1">
                <a:effectLst/>
              </a:rPr>
              <a:t>indexOf</a:t>
            </a:r>
            <a:r>
              <a:rPr lang="en-US" altLang="ko-KR" dirty="0">
                <a:effectLst/>
              </a:rPr>
              <a:t>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이용한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do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문자열 찾기 </a:t>
            </a:r>
            <a:r>
              <a:rPr lang="ko-KR" altLang="en-US" dirty="0" err="1">
                <a:effectLst/>
                <a:latin typeface="Menlo-Regular" panose="020B0609030804020204" pitchFamily="49" charset="0"/>
              </a:rPr>
              <a:t>갯수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&gt;&gt; " + </a:t>
            </a:r>
            <a:r>
              <a:rPr lang="en-US" altLang="ko-KR" dirty="0" err="1">
                <a:effectLst/>
              </a:rPr>
              <a:t>finderCnt</a:t>
            </a:r>
            <a:r>
              <a:rPr lang="en-US" altLang="ko-KR" dirty="0">
                <a:effectLst/>
              </a:rPr>
              <a:t>);</a:t>
            </a:r>
            <a:br>
              <a:rPr lang="en-US" altLang="ko-KR" dirty="0">
                <a:effectLst/>
              </a:rPr>
            </a:br>
            <a:endParaRPr lang="en-US" altLang="ko-K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11180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52BCA2-DC98-FB36-24DF-71A711E9E1A2}"/>
              </a:ext>
            </a:extLst>
          </p:cNvPr>
          <p:cNvSpPr txBox="1"/>
          <p:nvPr/>
        </p:nvSpPr>
        <p:spPr>
          <a:xfrm>
            <a:off x="1058333" y="1456267"/>
            <a:ext cx="839685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effectLst/>
              </a:rPr>
              <a:t>//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문제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2-2 </a:t>
            </a:r>
            <a:r>
              <a:rPr lang="en-US" altLang="ko-KR" dirty="0" err="1">
                <a:effectLst/>
              </a:rPr>
              <a:t>charAt</a:t>
            </a:r>
            <a:r>
              <a:rPr lang="ko-KR" altLang="en-US" dirty="0" err="1">
                <a:effectLst/>
                <a:latin typeface="Menlo-Regular" panose="020B0609030804020204" pitchFamily="49" charset="0"/>
              </a:rPr>
              <a:t>를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 이용하여</a:t>
            </a:r>
            <a:br>
              <a:rPr lang="ko-KR" altLang="en-US" dirty="0">
                <a:effectLst/>
                <a:latin typeface="Menlo-Regular" panose="020B0609030804020204" pitchFamily="49" charset="0"/>
              </a:rPr>
            </a:br>
            <a:r>
              <a:rPr lang="en-US" altLang="ko-KR" dirty="0">
                <a:effectLst/>
              </a:rPr>
              <a:t>// do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라는 단어가 몇 개인지 </a:t>
            </a:r>
            <a:r>
              <a:rPr lang="ko-KR" altLang="en-US" dirty="0" err="1">
                <a:effectLst/>
                <a:latin typeface="Menlo-Regular" panose="020B0609030804020204" pitchFamily="49" charset="0"/>
              </a:rPr>
              <a:t>카운팅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 </a:t>
            </a:r>
            <a:r>
              <a:rPr lang="ko-KR" altLang="en-US" dirty="0" err="1">
                <a:effectLst/>
                <a:latin typeface="Menlo-Regular" panose="020B0609030804020204" pitchFamily="49" charset="0"/>
              </a:rPr>
              <a:t>하시오</a:t>
            </a:r>
            <a:br>
              <a:rPr lang="ko-KR" altLang="en-US" dirty="0">
                <a:effectLst/>
                <a:latin typeface="Menlo-Regular" panose="020B0609030804020204" pitchFamily="49" charset="0"/>
              </a:rPr>
            </a:br>
            <a:br>
              <a:rPr lang="ko-KR" altLang="en-US" dirty="0">
                <a:effectLst/>
                <a:latin typeface="Menlo-Regular" panose="020B0609030804020204" pitchFamily="49" charset="0"/>
              </a:rPr>
            </a:br>
            <a:r>
              <a:rPr lang="en-US" altLang="ko-KR" dirty="0">
                <a:effectLst/>
              </a:rPr>
              <a:t>char[] </a:t>
            </a:r>
            <a:r>
              <a:rPr lang="en-US" altLang="ko-KR" dirty="0" err="1">
                <a:effectLst/>
              </a:rPr>
              <a:t>arrayTmp</a:t>
            </a:r>
            <a:r>
              <a:rPr lang="en-US" altLang="ko-KR" dirty="0">
                <a:effectLst/>
              </a:rPr>
              <a:t> = </a:t>
            </a:r>
            <a:r>
              <a:rPr lang="en-US" altLang="ko-KR" dirty="0" err="1">
                <a:effectLst/>
              </a:rPr>
              <a:t>a.toCharArray</a:t>
            </a:r>
            <a:r>
              <a:rPr lang="en-US" altLang="ko-KR" dirty="0">
                <a:effectLst/>
              </a:rPr>
              <a:t>();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int </a:t>
            </a:r>
            <a:r>
              <a:rPr lang="en-US" altLang="ko-KR" dirty="0" err="1">
                <a:effectLst/>
              </a:rPr>
              <a:t>cnt</a:t>
            </a:r>
            <a:r>
              <a:rPr lang="en-US" altLang="ko-KR" dirty="0">
                <a:effectLst/>
              </a:rPr>
              <a:t> = 0;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for (int </a:t>
            </a:r>
            <a:r>
              <a:rPr lang="en-US" altLang="ko-KR" dirty="0" err="1">
                <a:effectLst/>
              </a:rPr>
              <a:t>i</a:t>
            </a:r>
            <a:r>
              <a:rPr lang="en-US" altLang="ko-KR" dirty="0">
                <a:effectLst/>
              </a:rPr>
              <a:t> = 0; </a:t>
            </a:r>
            <a:r>
              <a:rPr lang="en-US" altLang="ko-KR" dirty="0" err="1">
                <a:effectLst/>
              </a:rPr>
              <a:t>i</a:t>
            </a:r>
            <a:r>
              <a:rPr lang="en-US" altLang="ko-KR" dirty="0">
                <a:effectLst/>
              </a:rPr>
              <a:t> &lt; </a:t>
            </a:r>
            <a:r>
              <a:rPr lang="en-US" altLang="ko-KR" dirty="0" err="1">
                <a:effectLst/>
              </a:rPr>
              <a:t>arrayTmp.</a:t>
            </a:r>
            <a:r>
              <a:rPr lang="en-US" altLang="ko-KR" i="1" dirty="0" err="1">
                <a:effectLst/>
              </a:rPr>
              <a:t>length</a:t>
            </a:r>
            <a:r>
              <a:rPr lang="en-US" altLang="ko-KR" dirty="0">
                <a:effectLst/>
              </a:rPr>
              <a:t>; </a:t>
            </a:r>
            <a:r>
              <a:rPr lang="en-US" altLang="ko-KR" dirty="0" err="1">
                <a:effectLst/>
              </a:rPr>
              <a:t>i</a:t>
            </a:r>
            <a:r>
              <a:rPr lang="en-US" altLang="ko-KR" dirty="0">
                <a:effectLst/>
              </a:rPr>
              <a:t>++) {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    if ( i+1 &lt; </a:t>
            </a:r>
            <a:r>
              <a:rPr lang="en-US" altLang="ko-KR" dirty="0" err="1">
                <a:effectLst/>
              </a:rPr>
              <a:t>arrayTmp.</a:t>
            </a:r>
            <a:r>
              <a:rPr lang="en-US" altLang="ko-KR" i="1" dirty="0" err="1">
                <a:effectLst/>
              </a:rPr>
              <a:t>length</a:t>
            </a:r>
            <a:r>
              <a:rPr lang="en-US" altLang="ko-KR" i="1" dirty="0">
                <a:effectLst/>
              </a:rPr>
              <a:t> </a:t>
            </a:r>
            <a:r>
              <a:rPr lang="en-US" altLang="ko-KR" dirty="0">
                <a:effectLst/>
              </a:rPr>
              <a:t>){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        if ( </a:t>
            </a:r>
            <a:r>
              <a:rPr lang="en-US" altLang="ko-KR" dirty="0" err="1">
                <a:effectLst/>
              </a:rPr>
              <a:t>arrayTmp</a:t>
            </a:r>
            <a:r>
              <a:rPr lang="en-US" altLang="ko-KR" dirty="0">
                <a:effectLst/>
              </a:rPr>
              <a:t>[</a:t>
            </a:r>
            <a:r>
              <a:rPr lang="en-US" altLang="ko-KR" dirty="0" err="1">
                <a:effectLst/>
              </a:rPr>
              <a:t>i</a:t>
            </a:r>
            <a:r>
              <a:rPr lang="en-US" altLang="ko-KR" dirty="0">
                <a:effectLst/>
              </a:rPr>
              <a:t>] == 'd' &amp;&amp; </a:t>
            </a:r>
            <a:r>
              <a:rPr lang="en-US" altLang="ko-KR" dirty="0" err="1">
                <a:effectLst/>
              </a:rPr>
              <a:t>arrayTmp</a:t>
            </a:r>
            <a:r>
              <a:rPr lang="en-US" altLang="ko-KR" dirty="0">
                <a:effectLst/>
              </a:rPr>
              <a:t>[i+1] == 'o') </a:t>
            </a:r>
            <a:r>
              <a:rPr lang="en-US" altLang="ko-KR" dirty="0" err="1">
                <a:effectLst/>
              </a:rPr>
              <a:t>cnt</a:t>
            </a:r>
            <a:r>
              <a:rPr lang="en-US" altLang="ko-KR" dirty="0">
                <a:effectLst/>
              </a:rPr>
              <a:t>++;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    }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}</a:t>
            </a:r>
            <a:br>
              <a:rPr lang="en-US" altLang="ko-KR" dirty="0">
                <a:effectLst/>
              </a:rPr>
            </a:br>
            <a:r>
              <a:rPr lang="en-US" altLang="ko-KR" dirty="0" err="1">
                <a:effectLst/>
              </a:rPr>
              <a:t>System.</a:t>
            </a:r>
            <a:r>
              <a:rPr lang="en-US" altLang="ko-KR" b="1" i="1" dirty="0" err="1">
                <a:effectLst/>
              </a:rPr>
              <a:t>out</a:t>
            </a:r>
            <a:r>
              <a:rPr lang="en-US" altLang="ko-KR" dirty="0" err="1">
                <a:effectLst/>
              </a:rPr>
              <a:t>.println</a:t>
            </a:r>
            <a:r>
              <a:rPr lang="en-US" altLang="ko-KR" dirty="0">
                <a:effectLst/>
              </a:rPr>
              <a:t>("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문제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2-2 : </a:t>
            </a:r>
            <a:r>
              <a:rPr lang="en-US" altLang="ko-KR" dirty="0" err="1">
                <a:effectLst/>
              </a:rPr>
              <a:t>charAt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을 이용한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do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문자열 찾기 </a:t>
            </a:r>
            <a:r>
              <a:rPr lang="ko-KR" altLang="en-US" dirty="0" err="1">
                <a:effectLst/>
                <a:latin typeface="Menlo-Regular" panose="020B0609030804020204" pitchFamily="49" charset="0"/>
              </a:rPr>
              <a:t>갯수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&gt;&gt; " + </a:t>
            </a:r>
            <a:r>
              <a:rPr lang="en-US" altLang="ko-KR" dirty="0" err="1">
                <a:effectLst/>
              </a:rPr>
              <a:t>cnt</a:t>
            </a:r>
            <a:r>
              <a:rPr lang="en-US" altLang="ko-KR" dirty="0">
                <a:effectLst/>
              </a:rPr>
              <a:t>);</a:t>
            </a:r>
            <a:br>
              <a:rPr lang="en-US" altLang="ko-KR" dirty="0">
                <a:effectLst/>
              </a:rPr>
            </a:b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//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문제</a:t>
            </a:r>
            <a:r>
              <a:rPr lang="en-US" altLang="ko-KR" dirty="0">
                <a:effectLst/>
              </a:rPr>
              <a:t>3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전체 길이를 </a:t>
            </a:r>
            <a:r>
              <a:rPr lang="ko-KR" altLang="en-US" dirty="0" err="1">
                <a:effectLst/>
                <a:latin typeface="Menlo-Regular" panose="020B0609030804020204" pitchFamily="49" charset="0"/>
              </a:rPr>
              <a:t>구하시오</a:t>
            </a:r>
            <a:br>
              <a:rPr lang="ko-KR" altLang="en-US" dirty="0">
                <a:effectLst/>
                <a:latin typeface="Menlo-Regular" panose="020B0609030804020204" pitchFamily="49" charset="0"/>
              </a:rPr>
            </a:br>
            <a:r>
              <a:rPr lang="en-US" altLang="ko-KR" dirty="0" err="1">
                <a:effectLst/>
              </a:rPr>
              <a:t>System.</a:t>
            </a:r>
            <a:r>
              <a:rPr lang="en-US" altLang="ko-KR" b="1" i="1" dirty="0" err="1">
                <a:effectLst/>
              </a:rPr>
              <a:t>out</a:t>
            </a:r>
            <a:r>
              <a:rPr lang="en-US" altLang="ko-KR" dirty="0" err="1">
                <a:effectLst/>
              </a:rPr>
              <a:t>.println</a:t>
            </a:r>
            <a:r>
              <a:rPr lang="en-US" altLang="ko-KR" dirty="0">
                <a:effectLst/>
              </a:rPr>
              <a:t>( "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문제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3 :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문자열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a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의 전체 길이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&gt;&gt;  " + </a:t>
            </a:r>
            <a:r>
              <a:rPr lang="en-US" altLang="ko-KR" dirty="0" err="1">
                <a:effectLst/>
              </a:rPr>
              <a:t>a.length</a:t>
            </a:r>
            <a:r>
              <a:rPr lang="en-US" altLang="ko-KR" dirty="0">
                <a:effectLst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3599170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52BCA2-DC98-FB36-24DF-71A711E9E1A2}"/>
              </a:ext>
            </a:extLst>
          </p:cNvPr>
          <p:cNvSpPr txBox="1"/>
          <p:nvPr/>
        </p:nvSpPr>
        <p:spPr>
          <a:xfrm>
            <a:off x="702733" y="2065867"/>
            <a:ext cx="1102898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effectLst/>
              </a:rPr>
              <a:t>//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문제</a:t>
            </a:r>
            <a:r>
              <a:rPr lang="en-US" altLang="ko-KR" dirty="0">
                <a:effectLst/>
              </a:rPr>
              <a:t>4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// g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로 시작되는 단어를 출력하고 그 길이를 </a:t>
            </a:r>
            <a:r>
              <a:rPr lang="ko-KR" altLang="en-US" dirty="0" err="1">
                <a:effectLst/>
                <a:latin typeface="Menlo-Regular" panose="020B0609030804020204" pitchFamily="49" charset="0"/>
              </a:rPr>
              <a:t>구하시오</a:t>
            </a:r>
            <a:br>
              <a:rPr lang="ko-KR" altLang="en-US" dirty="0">
                <a:effectLst/>
                <a:latin typeface="Menlo-Regular" panose="020B0609030804020204" pitchFamily="49" charset="0"/>
              </a:rPr>
            </a:br>
            <a:r>
              <a:rPr lang="en-US" altLang="ko-KR" dirty="0">
                <a:effectLst/>
              </a:rPr>
              <a:t>// 4-2. </a:t>
            </a:r>
            <a:r>
              <a:rPr lang="en-US" altLang="ko-KR" dirty="0" err="1">
                <a:effectLst/>
              </a:rPr>
              <a:t>indexof</a:t>
            </a:r>
            <a:r>
              <a:rPr lang="en-US" altLang="ko-KR" dirty="0">
                <a:effectLst/>
              </a:rPr>
              <a:t>, </a:t>
            </a:r>
            <a:r>
              <a:rPr lang="en-US" altLang="ko-KR" dirty="0" err="1">
                <a:effectLst/>
              </a:rPr>
              <a:t>subString</a:t>
            </a:r>
            <a:r>
              <a:rPr lang="en-US" altLang="ko-KR" dirty="0">
                <a:effectLst/>
              </a:rPr>
              <a:t>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사용</a:t>
            </a:r>
            <a:br>
              <a:rPr lang="ko-KR" altLang="en-US" dirty="0">
                <a:effectLst/>
                <a:latin typeface="Menlo-Regular" panose="020B0609030804020204" pitchFamily="49" charset="0"/>
              </a:rPr>
            </a:br>
            <a:r>
              <a:rPr lang="en-US" altLang="ko-KR" dirty="0">
                <a:effectLst/>
              </a:rPr>
              <a:t>int </a:t>
            </a:r>
            <a:r>
              <a:rPr lang="en-US" altLang="ko-KR" dirty="0" err="1">
                <a:effectLst/>
              </a:rPr>
              <a:t>startIdx</a:t>
            </a:r>
            <a:r>
              <a:rPr lang="en-US" altLang="ko-KR" dirty="0">
                <a:effectLst/>
              </a:rPr>
              <a:t> = </a:t>
            </a:r>
            <a:r>
              <a:rPr lang="en-US" altLang="ko-KR" dirty="0" err="1">
                <a:effectLst/>
              </a:rPr>
              <a:t>a.indexOf</a:t>
            </a:r>
            <a:r>
              <a:rPr lang="en-US" altLang="ko-KR" dirty="0">
                <a:effectLst/>
              </a:rPr>
              <a:t>('g');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String </a:t>
            </a:r>
            <a:r>
              <a:rPr lang="en-US" altLang="ko-KR" dirty="0" err="1">
                <a:effectLst/>
              </a:rPr>
              <a:t>minusString</a:t>
            </a:r>
            <a:r>
              <a:rPr lang="en-US" altLang="ko-KR" dirty="0">
                <a:effectLst/>
              </a:rPr>
              <a:t> = </a:t>
            </a:r>
            <a:r>
              <a:rPr lang="en-US" altLang="ko-KR" dirty="0" err="1">
                <a:effectLst/>
              </a:rPr>
              <a:t>a.substring</a:t>
            </a:r>
            <a:r>
              <a:rPr lang="en-US" altLang="ko-KR" dirty="0">
                <a:effectLst/>
              </a:rPr>
              <a:t>(</a:t>
            </a:r>
            <a:r>
              <a:rPr lang="en-US" altLang="ko-KR" dirty="0" err="1">
                <a:effectLst/>
              </a:rPr>
              <a:t>startIdx</a:t>
            </a:r>
            <a:r>
              <a:rPr lang="en-US" altLang="ko-KR" dirty="0">
                <a:effectLst/>
              </a:rPr>
              <a:t>);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int </a:t>
            </a:r>
            <a:r>
              <a:rPr lang="en-US" altLang="ko-KR" dirty="0" err="1">
                <a:effectLst/>
              </a:rPr>
              <a:t>spaceIdx</a:t>
            </a:r>
            <a:r>
              <a:rPr lang="en-US" altLang="ko-KR" dirty="0">
                <a:effectLst/>
              </a:rPr>
              <a:t> = </a:t>
            </a:r>
            <a:r>
              <a:rPr lang="en-US" altLang="ko-KR" dirty="0" err="1">
                <a:effectLst/>
              </a:rPr>
              <a:t>minusString.indexOf</a:t>
            </a:r>
            <a:r>
              <a:rPr lang="en-US" altLang="ko-KR" dirty="0">
                <a:effectLst/>
              </a:rPr>
              <a:t>(32);</a:t>
            </a:r>
            <a:br>
              <a:rPr lang="en-US" altLang="ko-KR" dirty="0">
                <a:effectLst/>
              </a:rPr>
            </a:br>
            <a:r>
              <a:rPr lang="en-US" altLang="ko-KR" dirty="0" err="1">
                <a:effectLst/>
              </a:rPr>
              <a:t>minusString</a:t>
            </a:r>
            <a:r>
              <a:rPr lang="en-US" altLang="ko-KR" dirty="0">
                <a:effectLst/>
              </a:rPr>
              <a:t> = </a:t>
            </a:r>
            <a:r>
              <a:rPr lang="en-US" altLang="ko-KR" dirty="0" err="1">
                <a:effectLst/>
              </a:rPr>
              <a:t>minusString.substring</a:t>
            </a:r>
            <a:r>
              <a:rPr lang="en-US" altLang="ko-KR" dirty="0">
                <a:effectLst/>
              </a:rPr>
              <a:t>(0, </a:t>
            </a:r>
            <a:r>
              <a:rPr lang="en-US" altLang="ko-KR" dirty="0" err="1">
                <a:effectLst/>
              </a:rPr>
              <a:t>spaceIdx</a:t>
            </a:r>
            <a:r>
              <a:rPr lang="en-US" altLang="ko-KR" dirty="0">
                <a:effectLst/>
              </a:rPr>
              <a:t>);</a:t>
            </a:r>
            <a:br>
              <a:rPr lang="en-US" altLang="ko-KR" dirty="0">
                <a:effectLst/>
              </a:rPr>
            </a:br>
            <a:r>
              <a:rPr lang="en-US" altLang="ko-KR" dirty="0" err="1">
                <a:effectLst/>
              </a:rPr>
              <a:t>System.</a:t>
            </a:r>
            <a:r>
              <a:rPr lang="en-US" altLang="ko-KR" b="1" i="1" dirty="0" err="1">
                <a:effectLst/>
              </a:rPr>
              <a:t>out</a:t>
            </a:r>
            <a:r>
              <a:rPr lang="en-US" altLang="ko-KR" dirty="0" err="1">
                <a:effectLst/>
              </a:rPr>
              <a:t>.println</a:t>
            </a:r>
            <a:r>
              <a:rPr lang="en-US" altLang="ko-KR" dirty="0">
                <a:effectLst/>
              </a:rPr>
              <a:t>("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문제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4-2 : a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문자열 중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g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로 시작하는 단어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(great)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의 길이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&gt;&gt; " + </a:t>
            </a:r>
            <a:r>
              <a:rPr lang="en-US" altLang="ko-KR" dirty="0" err="1">
                <a:effectLst/>
              </a:rPr>
              <a:t>minusString.length</a:t>
            </a:r>
            <a:r>
              <a:rPr lang="en-US" altLang="ko-KR" dirty="0">
                <a:effectLst/>
              </a:rPr>
              <a:t>());</a:t>
            </a:r>
            <a:br>
              <a:rPr lang="en-US" altLang="ko-KR" dirty="0">
                <a:effectLst/>
              </a:rPr>
            </a:br>
            <a:br>
              <a:rPr lang="en-US" altLang="ko-KR" dirty="0">
                <a:effectLst/>
              </a:rPr>
            </a:br>
            <a:endParaRPr lang="en-US" altLang="ko-K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90605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52BCA2-DC98-FB36-24DF-71A711E9E1A2}"/>
              </a:ext>
            </a:extLst>
          </p:cNvPr>
          <p:cNvSpPr txBox="1"/>
          <p:nvPr/>
        </p:nvSpPr>
        <p:spPr>
          <a:xfrm>
            <a:off x="1168399" y="2336800"/>
            <a:ext cx="724429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effectLst/>
              </a:rPr>
              <a:t>//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문제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5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// do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라는 글자를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does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로 </a:t>
            </a:r>
            <a:r>
              <a:rPr lang="ko-KR" altLang="en-US" dirty="0" err="1">
                <a:effectLst/>
                <a:latin typeface="Menlo-Regular" panose="020B0609030804020204" pitchFamily="49" charset="0"/>
              </a:rPr>
              <a:t>바꾸시오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(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제한 없음</a:t>
            </a:r>
            <a:r>
              <a:rPr lang="en-US" altLang="ko-KR" dirty="0">
                <a:effectLst/>
              </a:rPr>
              <a:t>)</a:t>
            </a:r>
            <a:br>
              <a:rPr lang="en-US" altLang="ko-KR" dirty="0">
                <a:effectLst/>
              </a:rPr>
            </a:br>
            <a:r>
              <a:rPr lang="en-US" altLang="ko-KR" dirty="0" err="1">
                <a:effectLst/>
              </a:rPr>
              <a:t>System.</a:t>
            </a:r>
            <a:r>
              <a:rPr lang="en-US" altLang="ko-KR" b="1" i="1" dirty="0" err="1">
                <a:effectLst/>
              </a:rPr>
              <a:t>out</a:t>
            </a:r>
            <a:r>
              <a:rPr lang="en-US" altLang="ko-KR" dirty="0" err="1">
                <a:effectLst/>
              </a:rPr>
              <a:t>.println</a:t>
            </a:r>
            <a:r>
              <a:rPr lang="en-US" altLang="ko-KR" dirty="0">
                <a:effectLst/>
              </a:rPr>
              <a:t>("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문제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5");</a:t>
            </a:r>
            <a:br>
              <a:rPr lang="en-US" altLang="ko-KR" dirty="0">
                <a:effectLst/>
              </a:rPr>
            </a:br>
            <a:r>
              <a:rPr lang="en-US" altLang="ko-KR" dirty="0" err="1">
                <a:effectLst/>
              </a:rPr>
              <a:t>System.</a:t>
            </a:r>
            <a:r>
              <a:rPr lang="en-US" altLang="ko-KR" b="1" i="1" dirty="0" err="1">
                <a:effectLst/>
              </a:rPr>
              <a:t>out</a:t>
            </a:r>
            <a:r>
              <a:rPr lang="en-US" altLang="ko-KR" dirty="0" err="1">
                <a:effectLst/>
              </a:rPr>
              <a:t>.println</a:t>
            </a:r>
            <a:r>
              <a:rPr lang="en-US" altLang="ko-KR" dirty="0">
                <a:effectLst/>
              </a:rPr>
              <a:t>("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원래 문장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: " + a);</a:t>
            </a:r>
            <a:br>
              <a:rPr lang="en-US" altLang="ko-KR" dirty="0">
                <a:effectLst/>
              </a:rPr>
            </a:br>
            <a:r>
              <a:rPr lang="en-US" altLang="ko-KR" dirty="0" err="1">
                <a:effectLst/>
              </a:rPr>
              <a:t>System.</a:t>
            </a:r>
            <a:r>
              <a:rPr lang="en-US" altLang="ko-KR" b="1" i="1" dirty="0" err="1">
                <a:effectLst/>
              </a:rPr>
              <a:t>out</a:t>
            </a:r>
            <a:r>
              <a:rPr lang="en-US" altLang="ko-KR" dirty="0" err="1">
                <a:effectLst/>
              </a:rPr>
              <a:t>.println</a:t>
            </a:r>
            <a:r>
              <a:rPr lang="en-US" altLang="ko-KR" dirty="0">
                <a:effectLst/>
              </a:rPr>
              <a:t>("does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로 변경한 문장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" + </a:t>
            </a:r>
            <a:r>
              <a:rPr lang="en-US" altLang="ko-KR" dirty="0" err="1">
                <a:effectLst/>
              </a:rPr>
              <a:t>a.replaceAll</a:t>
            </a:r>
            <a:r>
              <a:rPr lang="en-US" altLang="ko-KR" dirty="0">
                <a:effectLst/>
              </a:rPr>
              <a:t>("do", "does"));</a:t>
            </a:r>
            <a:br>
              <a:rPr lang="en-US" altLang="ko-KR" dirty="0">
                <a:effectLst/>
              </a:rPr>
            </a:br>
            <a:endParaRPr lang="en-US" altLang="ko-K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11383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52BCA2-DC98-FB36-24DF-71A711E9E1A2}"/>
              </a:ext>
            </a:extLst>
          </p:cNvPr>
          <p:cNvSpPr txBox="1"/>
          <p:nvPr/>
        </p:nvSpPr>
        <p:spPr>
          <a:xfrm>
            <a:off x="355599" y="1166842"/>
            <a:ext cx="9041258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//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문제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6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        // </a:t>
            </a:r>
            <a:r>
              <a:rPr lang="en-US" altLang="ko-KR" dirty="0" err="1">
                <a:effectLst/>
              </a:rPr>
              <a:t>greate</a:t>
            </a:r>
            <a:r>
              <a:rPr lang="en-US" altLang="ko-KR" dirty="0">
                <a:effectLst/>
              </a:rPr>
              <a:t>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단어를 찾아 대문자로 </a:t>
            </a:r>
            <a:r>
              <a:rPr lang="ko-KR" altLang="en-US" dirty="0" err="1">
                <a:effectLst/>
                <a:latin typeface="Menlo-Regular" panose="020B0609030804020204" pitchFamily="49" charset="0"/>
              </a:rPr>
              <a:t>바꾸시오</a:t>
            </a:r>
            <a:br>
              <a:rPr lang="ko-KR" altLang="en-US" dirty="0">
                <a:effectLst/>
                <a:latin typeface="Menlo-Regular" panose="020B0609030804020204" pitchFamily="49" charset="0"/>
              </a:rPr>
            </a:br>
            <a:r>
              <a:rPr lang="ko-KR" altLang="en-US" dirty="0">
                <a:effectLst/>
                <a:latin typeface="Menlo-Regular" panose="020B0609030804020204" pitchFamily="49" charset="0"/>
              </a:rPr>
              <a:t>        </a:t>
            </a:r>
            <a:r>
              <a:rPr lang="en-US" altLang="ko-KR" dirty="0" err="1">
                <a:effectLst/>
              </a:rPr>
              <a:t>System.</a:t>
            </a:r>
            <a:r>
              <a:rPr lang="en-US" altLang="ko-KR" b="1" i="1" dirty="0" err="1">
                <a:effectLst/>
              </a:rPr>
              <a:t>out</a:t>
            </a:r>
            <a:r>
              <a:rPr lang="en-US" altLang="ko-KR" dirty="0" err="1">
                <a:effectLst/>
              </a:rPr>
              <a:t>.println</a:t>
            </a:r>
            <a:r>
              <a:rPr lang="en-US" altLang="ko-KR" dirty="0">
                <a:effectLst/>
              </a:rPr>
              <a:t>("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문제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6");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        </a:t>
            </a:r>
            <a:r>
              <a:rPr lang="en-US" altLang="ko-KR" dirty="0" err="1">
                <a:effectLst/>
              </a:rPr>
              <a:t>System.</a:t>
            </a:r>
            <a:r>
              <a:rPr lang="en-US" altLang="ko-KR" b="1" i="1" dirty="0" err="1">
                <a:effectLst/>
              </a:rPr>
              <a:t>out</a:t>
            </a:r>
            <a:r>
              <a:rPr lang="en-US" altLang="ko-KR" dirty="0" err="1">
                <a:effectLst/>
              </a:rPr>
              <a:t>.println</a:t>
            </a:r>
            <a:r>
              <a:rPr lang="en-US" altLang="ko-KR" dirty="0">
                <a:effectLst/>
              </a:rPr>
              <a:t>("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원래 문장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: " + a);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        </a:t>
            </a:r>
            <a:r>
              <a:rPr lang="en-US" altLang="ko-KR" dirty="0" err="1">
                <a:effectLst/>
              </a:rPr>
              <a:t>System.</a:t>
            </a:r>
            <a:r>
              <a:rPr lang="en-US" altLang="ko-KR" b="1" i="1" dirty="0" err="1">
                <a:effectLst/>
              </a:rPr>
              <a:t>out</a:t>
            </a:r>
            <a:r>
              <a:rPr lang="en-US" altLang="ko-KR" dirty="0" err="1">
                <a:effectLst/>
              </a:rPr>
              <a:t>.println</a:t>
            </a:r>
            <a:r>
              <a:rPr lang="en-US" altLang="ko-KR" dirty="0">
                <a:effectLst/>
              </a:rPr>
              <a:t>("great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만 대문자로 변환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&gt;&gt; " + </a:t>
            </a:r>
            <a:r>
              <a:rPr lang="en-US" altLang="ko-KR" dirty="0" err="1">
                <a:effectLst/>
              </a:rPr>
              <a:t>a.replaceAll</a:t>
            </a:r>
            <a:r>
              <a:rPr lang="en-US" altLang="ko-KR" dirty="0">
                <a:effectLst/>
              </a:rPr>
              <a:t>("great" , "GREATE"));</a:t>
            </a:r>
            <a:br>
              <a:rPr lang="en-US" altLang="ko-KR" dirty="0">
                <a:effectLst/>
              </a:rPr>
            </a:b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        //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문제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6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번 다른 방식</a:t>
            </a:r>
            <a:br>
              <a:rPr lang="ko-KR" altLang="en-US" dirty="0">
                <a:effectLst/>
                <a:latin typeface="Menlo-Regular" panose="020B0609030804020204" pitchFamily="49" charset="0"/>
              </a:rPr>
            </a:br>
            <a:r>
              <a:rPr lang="ko-KR" altLang="en-US" dirty="0">
                <a:effectLst/>
                <a:latin typeface="Menlo-Regular" panose="020B0609030804020204" pitchFamily="49" charset="0"/>
              </a:rPr>
              <a:t>        </a:t>
            </a:r>
            <a:r>
              <a:rPr lang="en-US" altLang="ko-KR" dirty="0">
                <a:effectLst/>
              </a:rPr>
              <a:t>String </a:t>
            </a:r>
            <a:r>
              <a:rPr lang="en-US" altLang="ko-KR" dirty="0" err="1">
                <a:effectLst/>
              </a:rPr>
              <a:t>newMinuseString</a:t>
            </a:r>
            <a:r>
              <a:rPr lang="en-US" altLang="ko-KR" dirty="0">
                <a:effectLst/>
              </a:rPr>
              <a:t> = "";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        for (int </a:t>
            </a:r>
            <a:r>
              <a:rPr lang="en-US" altLang="ko-KR" dirty="0" err="1">
                <a:effectLst/>
              </a:rPr>
              <a:t>i</a:t>
            </a:r>
            <a:r>
              <a:rPr lang="en-US" altLang="ko-KR" dirty="0">
                <a:effectLst/>
              </a:rPr>
              <a:t> = 0; </a:t>
            </a:r>
            <a:r>
              <a:rPr lang="en-US" altLang="ko-KR" dirty="0" err="1">
                <a:effectLst/>
              </a:rPr>
              <a:t>i</a:t>
            </a:r>
            <a:r>
              <a:rPr lang="en-US" altLang="ko-KR" dirty="0">
                <a:effectLst/>
              </a:rPr>
              <a:t> &lt; </a:t>
            </a:r>
            <a:r>
              <a:rPr lang="en-US" altLang="ko-KR" dirty="0" err="1">
                <a:effectLst/>
              </a:rPr>
              <a:t>minusString.length</a:t>
            </a:r>
            <a:r>
              <a:rPr lang="en-US" altLang="ko-KR" dirty="0">
                <a:effectLst/>
              </a:rPr>
              <a:t>(); </a:t>
            </a:r>
            <a:r>
              <a:rPr lang="en-US" altLang="ko-KR" dirty="0" err="1">
                <a:effectLst/>
              </a:rPr>
              <a:t>i</a:t>
            </a:r>
            <a:r>
              <a:rPr lang="en-US" altLang="ko-KR" dirty="0">
                <a:effectLst/>
              </a:rPr>
              <a:t>++) {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            char </a:t>
            </a:r>
            <a:r>
              <a:rPr lang="en-US" altLang="ko-KR" dirty="0" err="1">
                <a:effectLst/>
              </a:rPr>
              <a:t>tmp</a:t>
            </a:r>
            <a:r>
              <a:rPr lang="en-US" altLang="ko-KR" dirty="0">
                <a:effectLst/>
              </a:rPr>
              <a:t> = </a:t>
            </a:r>
            <a:r>
              <a:rPr lang="en-US" altLang="ko-KR" dirty="0" err="1">
                <a:effectLst/>
              </a:rPr>
              <a:t>minusString.charAt</a:t>
            </a:r>
            <a:r>
              <a:rPr lang="en-US" altLang="ko-KR" dirty="0">
                <a:effectLst/>
              </a:rPr>
              <a:t>(</a:t>
            </a:r>
            <a:r>
              <a:rPr lang="en-US" altLang="ko-KR" dirty="0" err="1">
                <a:effectLst/>
              </a:rPr>
              <a:t>i</a:t>
            </a:r>
            <a:r>
              <a:rPr lang="en-US" altLang="ko-KR" dirty="0">
                <a:effectLst/>
              </a:rPr>
              <a:t>);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            </a:t>
            </a:r>
            <a:r>
              <a:rPr lang="en-US" altLang="ko-KR" dirty="0" err="1">
                <a:effectLst/>
              </a:rPr>
              <a:t>tmp</a:t>
            </a:r>
            <a:r>
              <a:rPr lang="en-US" altLang="ko-KR" dirty="0">
                <a:effectLst/>
              </a:rPr>
              <a:t> -= 32;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            </a:t>
            </a:r>
            <a:r>
              <a:rPr lang="en-US" altLang="ko-KR" dirty="0" err="1">
                <a:effectLst/>
              </a:rPr>
              <a:t>newMinuseString</a:t>
            </a:r>
            <a:r>
              <a:rPr lang="en-US" altLang="ko-KR" dirty="0">
                <a:effectLst/>
              </a:rPr>
              <a:t> += </a:t>
            </a:r>
            <a:r>
              <a:rPr lang="en-US" altLang="ko-KR" dirty="0" err="1">
                <a:effectLst/>
              </a:rPr>
              <a:t>tmp</a:t>
            </a:r>
            <a:r>
              <a:rPr lang="en-US" altLang="ko-KR" dirty="0">
                <a:effectLst/>
              </a:rPr>
              <a:t>;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        }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//        </a:t>
            </a:r>
            <a:r>
              <a:rPr lang="en-US" altLang="ko-KR" dirty="0" err="1">
                <a:effectLst/>
              </a:rPr>
              <a:t>System.out.println</a:t>
            </a:r>
            <a:r>
              <a:rPr lang="en-US" altLang="ko-KR" dirty="0">
                <a:effectLst/>
              </a:rPr>
              <a:t>(</a:t>
            </a:r>
            <a:r>
              <a:rPr lang="en-US" altLang="ko-KR" dirty="0" err="1">
                <a:effectLst/>
              </a:rPr>
              <a:t>newMinuseString</a:t>
            </a:r>
            <a:r>
              <a:rPr lang="en-US" altLang="ko-KR" dirty="0">
                <a:effectLst/>
              </a:rPr>
              <a:t>);  </a:t>
            </a:r>
            <a:r>
              <a:rPr lang="ko-KR" altLang="en-US" dirty="0">
                <a:effectLst/>
                <a:latin typeface="Menlo-Regular" panose="020B0609030804020204" pitchFamily="49" charset="0"/>
              </a:rPr>
              <a:t>대문자로 변환</a:t>
            </a:r>
            <a:br>
              <a:rPr lang="ko-KR" altLang="en-US" dirty="0">
                <a:effectLst/>
                <a:latin typeface="Menlo-Regular" panose="020B0609030804020204" pitchFamily="49" charset="0"/>
              </a:rPr>
            </a:br>
            <a:r>
              <a:rPr lang="ko-KR" altLang="en-US" dirty="0">
                <a:effectLst/>
                <a:latin typeface="Menlo-Regular" panose="020B0609030804020204" pitchFamily="49" charset="0"/>
              </a:rPr>
              <a:t>        </a:t>
            </a:r>
            <a:r>
              <a:rPr lang="en-US" altLang="ko-KR" dirty="0" err="1">
                <a:effectLst/>
              </a:rPr>
              <a:t>System.</a:t>
            </a:r>
            <a:r>
              <a:rPr lang="en-US" altLang="ko-KR" b="1" i="1" dirty="0" err="1">
                <a:effectLst/>
              </a:rPr>
              <a:t>out</a:t>
            </a:r>
            <a:r>
              <a:rPr lang="en-US" altLang="ko-KR" dirty="0" err="1">
                <a:effectLst/>
              </a:rPr>
              <a:t>.println</a:t>
            </a:r>
            <a:r>
              <a:rPr lang="en-US" altLang="ko-KR" dirty="0">
                <a:effectLst/>
              </a:rPr>
              <a:t>(</a:t>
            </a:r>
            <a:r>
              <a:rPr lang="en-US" altLang="ko-KR" dirty="0" err="1">
                <a:effectLst/>
              </a:rPr>
              <a:t>a.substring</a:t>
            </a:r>
            <a:r>
              <a:rPr lang="en-US" altLang="ko-KR" dirty="0">
                <a:effectLst/>
              </a:rPr>
              <a:t>(0, </a:t>
            </a:r>
            <a:r>
              <a:rPr lang="en-US" altLang="ko-KR" dirty="0" err="1">
                <a:effectLst/>
              </a:rPr>
              <a:t>a.indexOf</a:t>
            </a:r>
            <a:r>
              <a:rPr lang="en-US" altLang="ko-KR" dirty="0">
                <a:effectLst/>
              </a:rPr>
              <a:t>('g’)) </a:t>
            </a:r>
          </a:p>
          <a:p>
            <a:r>
              <a:rPr lang="en-US" altLang="ko-KR" dirty="0"/>
              <a:t>	</a:t>
            </a:r>
            <a:r>
              <a:rPr lang="en-US" altLang="ko-KR" dirty="0">
                <a:effectLst/>
              </a:rPr>
              <a:t>+ </a:t>
            </a:r>
            <a:r>
              <a:rPr lang="en-US" altLang="ko-KR" dirty="0" err="1">
                <a:effectLst/>
              </a:rPr>
              <a:t>newMinuseString</a:t>
            </a:r>
            <a:r>
              <a:rPr lang="en-US" altLang="ko-KR" dirty="0">
                <a:effectLst/>
              </a:rPr>
              <a:t> + </a:t>
            </a:r>
            <a:r>
              <a:rPr lang="en-US" altLang="ko-KR" dirty="0" err="1">
                <a:effectLst/>
              </a:rPr>
              <a:t>a.substring</a:t>
            </a:r>
            <a:r>
              <a:rPr lang="en-US" altLang="ko-KR" dirty="0">
                <a:effectLst/>
              </a:rPr>
              <a:t>(</a:t>
            </a:r>
            <a:r>
              <a:rPr lang="en-US" altLang="ko-KR" dirty="0" err="1">
                <a:effectLst/>
              </a:rPr>
              <a:t>a.indexOf</a:t>
            </a:r>
            <a:r>
              <a:rPr lang="en-US" altLang="ko-KR" dirty="0">
                <a:effectLst/>
              </a:rPr>
              <a:t>('g')+</a:t>
            </a:r>
            <a:r>
              <a:rPr lang="en-US" altLang="ko-KR" dirty="0" err="1">
                <a:effectLst/>
              </a:rPr>
              <a:t>newMinuseString.length</a:t>
            </a:r>
            <a:r>
              <a:rPr lang="en-US" altLang="ko-KR" dirty="0">
                <a:effectLst/>
              </a:rPr>
              <a:t>()));</a:t>
            </a:r>
            <a:br>
              <a:rPr lang="en-US" altLang="ko-KR" dirty="0">
                <a:effectLst/>
              </a:rPr>
            </a:br>
            <a:endParaRPr lang="en-US" altLang="ko-K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64877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5B02B12-7FE4-2520-51CE-3890A384D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967" y="2857499"/>
            <a:ext cx="3225800" cy="889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369030A-B05D-E76D-D7E9-C5AE0D2D7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869" y="1138085"/>
            <a:ext cx="6323461" cy="458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571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03D828-606A-982E-2F9B-59D6940C4C12}"/>
              </a:ext>
            </a:extLst>
          </p:cNvPr>
          <p:cNvSpPr txBox="1"/>
          <p:nvPr/>
        </p:nvSpPr>
        <p:spPr>
          <a:xfrm>
            <a:off x="152399" y="237067"/>
            <a:ext cx="5543505" cy="6863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effectLst/>
              </a:rPr>
              <a:t>package stock;</a:t>
            </a:r>
            <a:br>
              <a:rPr lang="en-US" altLang="ko-KR" sz="1100" dirty="0">
                <a:effectLst/>
              </a:rPr>
            </a:b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// </a:t>
            </a:r>
            <a:r>
              <a:rPr lang="ko-KR" altLang="en-US" sz="1100" dirty="0">
                <a:effectLst/>
                <a:latin typeface="Menlo-Regular" panose="020B0609030804020204" pitchFamily="49" charset="0"/>
              </a:rPr>
              <a:t>주식 정보 클래스</a:t>
            </a:r>
            <a:br>
              <a:rPr lang="ko-KR" altLang="en-US" sz="1100" dirty="0">
                <a:effectLst/>
                <a:latin typeface="Menlo-Regular" panose="020B0609030804020204" pitchFamily="49" charset="0"/>
              </a:rPr>
            </a:br>
            <a:r>
              <a:rPr lang="en-US" altLang="ko-KR" sz="1100" dirty="0">
                <a:effectLst/>
              </a:rPr>
              <a:t>public class </a:t>
            </a:r>
            <a:r>
              <a:rPr lang="en-US" altLang="ko-KR" sz="1100" dirty="0" err="1">
                <a:effectLst/>
              </a:rPr>
              <a:t>StockToDefine</a:t>
            </a:r>
            <a:r>
              <a:rPr lang="en-US" altLang="ko-KR" sz="1100" dirty="0">
                <a:effectLst/>
              </a:rPr>
              <a:t> {</a:t>
            </a:r>
            <a:br>
              <a:rPr lang="en-US" altLang="ko-KR" sz="1100" dirty="0">
                <a:effectLst/>
              </a:rPr>
            </a:b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private static </a:t>
            </a:r>
            <a:r>
              <a:rPr lang="en-US" altLang="ko-KR" sz="1100" dirty="0" err="1">
                <a:effectLst/>
              </a:rPr>
              <a:t>StockToDefine</a:t>
            </a:r>
            <a:r>
              <a:rPr lang="en-US" altLang="ko-KR" sz="1100" dirty="0">
                <a:effectLst/>
              </a:rPr>
              <a:t> </a:t>
            </a:r>
            <a:r>
              <a:rPr lang="en-US" altLang="ko-KR" sz="1100" i="1" dirty="0" err="1">
                <a:effectLst/>
              </a:rPr>
              <a:t>stockInstance</a:t>
            </a:r>
            <a:r>
              <a:rPr lang="en-US" altLang="ko-KR" sz="1100" dirty="0">
                <a:effectLst/>
              </a:rPr>
              <a:t>;</a:t>
            </a:r>
            <a:br>
              <a:rPr lang="en-US" altLang="ko-KR" sz="1100" dirty="0">
                <a:effectLst/>
              </a:rPr>
            </a:b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// </a:t>
            </a:r>
            <a:r>
              <a:rPr lang="ko-KR" altLang="en-US" sz="1100" dirty="0">
                <a:effectLst/>
                <a:latin typeface="Menlo-Regular" panose="020B0609030804020204" pitchFamily="49" charset="0"/>
              </a:rPr>
              <a:t>주식 정보를 담을 배열 선언</a:t>
            </a:r>
            <a:br>
              <a:rPr lang="ko-KR" altLang="en-US" sz="1100" dirty="0">
                <a:effectLst/>
                <a:latin typeface="Menlo-Regular" panose="020B0609030804020204" pitchFamily="49" charset="0"/>
              </a:rPr>
            </a:br>
            <a:r>
              <a:rPr lang="ko-KR" altLang="en-US" sz="1100" dirty="0">
                <a:effectLst/>
                <a:latin typeface="Menlo-Regular" panose="020B0609030804020204" pitchFamily="49" charset="0"/>
              </a:rPr>
              <a:t>    </a:t>
            </a:r>
            <a:r>
              <a:rPr lang="en-US" altLang="ko-KR" sz="1100" dirty="0">
                <a:effectLst/>
              </a:rPr>
              <a:t>private static </a:t>
            </a:r>
            <a:r>
              <a:rPr lang="en-US" altLang="ko-KR" sz="1100" dirty="0" err="1">
                <a:effectLst/>
              </a:rPr>
              <a:t>StockToDefine</a:t>
            </a:r>
            <a:r>
              <a:rPr lang="en-US" altLang="ko-KR" sz="1100" dirty="0">
                <a:effectLst/>
              </a:rPr>
              <a:t>[] </a:t>
            </a:r>
            <a:r>
              <a:rPr lang="en-US" altLang="ko-KR" sz="1100" i="1" dirty="0" err="1">
                <a:effectLst/>
              </a:rPr>
              <a:t>stockList</a:t>
            </a:r>
            <a:r>
              <a:rPr lang="en-US" altLang="ko-KR" sz="1100" i="1" dirty="0">
                <a:effectLst/>
              </a:rPr>
              <a:t> </a:t>
            </a:r>
            <a:r>
              <a:rPr lang="en-US" altLang="ko-KR" sz="1100" dirty="0">
                <a:effectLst/>
              </a:rPr>
              <a:t>= new </a:t>
            </a:r>
            <a:r>
              <a:rPr lang="en-US" altLang="ko-KR" sz="1100" dirty="0" err="1">
                <a:effectLst/>
              </a:rPr>
              <a:t>StockToDefine</a:t>
            </a:r>
            <a:r>
              <a:rPr lang="en-US" altLang="ko-KR" sz="1100" dirty="0">
                <a:effectLst/>
              </a:rPr>
              <a:t>[10];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// </a:t>
            </a:r>
            <a:r>
              <a:rPr lang="ko-KR" altLang="en-US" sz="1100" dirty="0">
                <a:effectLst/>
                <a:latin typeface="Menlo-Regular" panose="020B0609030804020204" pitchFamily="49" charset="0"/>
              </a:rPr>
              <a:t>주식 클래스 추상화</a:t>
            </a:r>
            <a:br>
              <a:rPr lang="ko-KR" altLang="en-US" sz="1100" dirty="0">
                <a:effectLst/>
                <a:latin typeface="Menlo-Regular" panose="020B0609030804020204" pitchFamily="49" charset="0"/>
              </a:rPr>
            </a:br>
            <a:r>
              <a:rPr lang="ko-KR" altLang="en-US" sz="1100" dirty="0">
                <a:effectLst/>
                <a:latin typeface="Menlo-Regular" panose="020B0609030804020204" pitchFamily="49" charset="0"/>
              </a:rPr>
              <a:t>    </a:t>
            </a:r>
            <a:r>
              <a:rPr lang="en-US" altLang="ko-KR" sz="1100" dirty="0">
                <a:effectLst/>
              </a:rPr>
              <a:t>private String </a:t>
            </a:r>
            <a:r>
              <a:rPr lang="en-US" altLang="ko-KR" sz="1100" dirty="0" err="1">
                <a:effectLst/>
              </a:rPr>
              <a:t>stockName</a:t>
            </a:r>
            <a:r>
              <a:rPr lang="en-US" altLang="ko-KR" sz="1100" dirty="0">
                <a:effectLst/>
              </a:rPr>
              <a:t> = null;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private int </a:t>
            </a:r>
            <a:r>
              <a:rPr lang="en-US" altLang="ko-KR" sz="1100" dirty="0" err="1">
                <a:effectLst/>
              </a:rPr>
              <a:t>stockPrice</a:t>
            </a:r>
            <a:r>
              <a:rPr lang="en-US" altLang="ko-KR" sz="1100" dirty="0">
                <a:effectLst/>
              </a:rPr>
              <a:t> = 0;</a:t>
            </a:r>
            <a:br>
              <a:rPr lang="en-US" altLang="ko-KR" sz="1100" dirty="0">
                <a:effectLst/>
              </a:rPr>
            </a:b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// </a:t>
            </a:r>
            <a:r>
              <a:rPr lang="ko-KR" altLang="en-US" sz="1100" dirty="0">
                <a:effectLst/>
                <a:latin typeface="Menlo-Regular" panose="020B0609030804020204" pitchFamily="49" charset="0"/>
              </a:rPr>
              <a:t>생성자 </a:t>
            </a:r>
            <a:r>
              <a:rPr lang="ko-KR" altLang="en-US" sz="1100" dirty="0" err="1">
                <a:effectLst/>
                <a:latin typeface="Menlo-Regular" panose="020B0609030804020204" pitchFamily="49" charset="0"/>
              </a:rPr>
              <a:t>잠굼</a:t>
            </a:r>
            <a:br>
              <a:rPr lang="ko-KR" altLang="en-US" sz="1100" dirty="0">
                <a:effectLst/>
                <a:latin typeface="Menlo-Regular" panose="020B0609030804020204" pitchFamily="49" charset="0"/>
              </a:rPr>
            </a:br>
            <a:r>
              <a:rPr lang="ko-KR" altLang="en-US" sz="1100" dirty="0">
                <a:effectLst/>
                <a:latin typeface="Menlo-Regular" panose="020B0609030804020204" pitchFamily="49" charset="0"/>
              </a:rPr>
              <a:t>    </a:t>
            </a:r>
            <a:r>
              <a:rPr lang="en-US" altLang="ko-KR" sz="1100" dirty="0">
                <a:effectLst/>
              </a:rPr>
              <a:t>private </a:t>
            </a:r>
            <a:r>
              <a:rPr lang="en-US" altLang="ko-KR" sz="1100" dirty="0" err="1">
                <a:effectLst/>
              </a:rPr>
              <a:t>StockToDefine</a:t>
            </a:r>
            <a:r>
              <a:rPr lang="en-US" altLang="ko-KR" sz="1100" dirty="0">
                <a:effectLst/>
              </a:rPr>
              <a:t>() {}</a:t>
            </a:r>
            <a:br>
              <a:rPr lang="en-US" altLang="ko-KR" sz="1100" dirty="0">
                <a:effectLst/>
              </a:rPr>
            </a:b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// </a:t>
            </a:r>
            <a:r>
              <a:rPr lang="en-US" altLang="ko-KR" sz="1100" dirty="0" err="1">
                <a:effectLst/>
              </a:rPr>
              <a:t>StockToDefine</a:t>
            </a:r>
            <a:r>
              <a:rPr lang="en-US" altLang="ko-KR" sz="1100" dirty="0">
                <a:effectLst/>
              </a:rPr>
              <a:t> class</a:t>
            </a:r>
            <a:r>
              <a:rPr lang="ko-KR" altLang="en-US" sz="1100" dirty="0">
                <a:effectLst/>
                <a:latin typeface="Menlo-Regular" panose="020B0609030804020204" pitchFamily="49" charset="0"/>
              </a:rPr>
              <a:t>의 생성자 인스턴스 생성</a:t>
            </a:r>
            <a:br>
              <a:rPr lang="ko-KR" altLang="en-US" sz="1100" dirty="0">
                <a:effectLst/>
                <a:latin typeface="Menlo-Regular" panose="020B0609030804020204" pitchFamily="49" charset="0"/>
              </a:rPr>
            </a:br>
            <a:r>
              <a:rPr lang="ko-KR" altLang="en-US" sz="1100" dirty="0">
                <a:effectLst/>
                <a:latin typeface="Menlo-Regular" panose="020B0609030804020204" pitchFamily="49" charset="0"/>
              </a:rPr>
              <a:t>    </a:t>
            </a:r>
            <a:r>
              <a:rPr lang="en-US" altLang="ko-KR" sz="1100" dirty="0">
                <a:effectLst/>
              </a:rPr>
              <a:t>public static </a:t>
            </a:r>
            <a:r>
              <a:rPr lang="en-US" altLang="ko-KR" sz="1100" dirty="0" err="1">
                <a:effectLst/>
              </a:rPr>
              <a:t>StockToDefine</a:t>
            </a:r>
            <a:r>
              <a:rPr lang="en-US" altLang="ko-KR" sz="1100" dirty="0">
                <a:effectLst/>
              </a:rPr>
              <a:t> </a:t>
            </a:r>
            <a:r>
              <a:rPr lang="en-US" altLang="ko-KR" sz="1100" dirty="0" err="1">
                <a:effectLst/>
              </a:rPr>
              <a:t>getStockInstance</a:t>
            </a:r>
            <a:r>
              <a:rPr lang="en-US" altLang="ko-KR" sz="1100" dirty="0">
                <a:effectLst/>
              </a:rPr>
              <a:t>(){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if ( </a:t>
            </a:r>
            <a:r>
              <a:rPr lang="en-US" altLang="ko-KR" sz="1100" i="1" dirty="0" err="1">
                <a:effectLst/>
              </a:rPr>
              <a:t>stockInstance</a:t>
            </a:r>
            <a:r>
              <a:rPr lang="en-US" altLang="ko-KR" sz="1100" i="1" dirty="0">
                <a:effectLst/>
              </a:rPr>
              <a:t> </a:t>
            </a:r>
            <a:r>
              <a:rPr lang="en-US" altLang="ko-KR" sz="1100" dirty="0">
                <a:effectLst/>
              </a:rPr>
              <a:t>== null ) new </a:t>
            </a:r>
            <a:r>
              <a:rPr lang="en-US" altLang="ko-KR" sz="1100" dirty="0" err="1">
                <a:effectLst/>
              </a:rPr>
              <a:t>StockToDefine</a:t>
            </a:r>
            <a:r>
              <a:rPr lang="en-US" altLang="ko-KR" sz="1100" dirty="0">
                <a:effectLst/>
              </a:rPr>
              <a:t>();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return </a:t>
            </a:r>
            <a:r>
              <a:rPr lang="en-US" altLang="ko-KR" sz="1100" i="1" dirty="0" err="1">
                <a:effectLst/>
              </a:rPr>
              <a:t>stockInstance</a:t>
            </a:r>
            <a:r>
              <a:rPr lang="en-US" altLang="ko-KR" sz="1100" dirty="0">
                <a:effectLst/>
              </a:rPr>
              <a:t>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}</a:t>
            </a:r>
            <a:br>
              <a:rPr lang="en-US" altLang="ko-KR" sz="1100" dirty="0">
                <a:effectLst/>
              </a:rPr>
            </a:br>
            <a:br>
              <a:rPr lang="en-US" altLang="ko-KR" sz="1100" dirty="0">
                <a:effectLst/>
              </a:rPr>
            </a:b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// msg </a:t>
            </a:r>
            <a:r>
              <a:rPr lang="ko-KR" altLang="en-US" sz="1100" dirty="0" err="1">
                <a:effectLst/>
                <a:latin typeface="Menlo-Regular" panose="020B0609030804020204" pitchFamily="49" charset="0"/>
              </a:rPr>
              <a:t>입력받은</a:t>
            </a:r>
            <a:r>
              <a:rPr lang="ko-KR" altLang="en-US" sz="1100" dirty="0">
                <a:effectLst/>
                <a:latin typeface="Menlo-Regular" panose="020B0609030804020204" pitchFamily="49" charset="0"/>
              </a:rPr>
              <a:t> 문자열을 자동으로</a:t>
            </a:r>
            <a:r>
              <a:rPr lang="ko-KR" altLang="en-US" sz="1100" dirty="0">
                <a:effectLst/>
              </a:rPr>
              <a:t> </a:t>
            </a:r>
            <a:r>
              <a:rPr lang="en-US" altLang="ko-KR" sz="1100" dirty="0">
                <a:effectLst/>
              </a:rPr>
              <a:t>stock</a:t>
            </a:r>
            <a:r>
              <a:rPr lang="ko-KR" altLang="en-US" sz="1100" dirty="0">
                <a:effectLst/>
                <a:latin typeface="Menlo-Regular" panose="020B0609030804020204" pitchFamily="49" charset="0"/>
              </a:rPr>
              <a:t>정보에 입력하는 메서드</a:t>
            </a:r>
            <a:br>
              <a:rPr lang="ko-KR" altLang="en-US" sz="1100" dirty="0">
                <a:effectLst/>
                <a:latin typeface="Menlo-Regular" panose="020B0609030804020204" pitchFamily="49" charset="0"/>
              </a:rPr>
            </a:br>
            <a:r>
              <a:rPr lang="ko-KR" altLang="en-US" sz="1100" dirty="0">
                <a:effectLst/>
                <a:latin typeface="Menlo-Regular" panose="020B0609030804020204" pitchFamily="49" charset="0"/>
              </a:rPr>
              <a:t>    </a:t>
            </a:r>
            <a:r>
              <a:rPr lang="en-US" altLang="ko-KR" sz="1100" dirty="0">
                <a:effectLst/>
              </a:rPr>
              <a:t>public void </a:t>
            </a:r>
            <a:r>
              <a:rPr lang="en-US" altLang="ko-KR" sz="1100" dirty="0" err="1">
                <a:effectLst/>
              </a:rPr>
              <a:t>stockAdd</a:t>
            </a:r>
            <a:r>
              <a:rPr lang="en-US" altLang="ko-KR" sz="1100" dirty="0">
                <a:effectLst/>
              </a:rPr>
              <a:t>(String msg) {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int </a:t>
            </a:r>
            <a:r>
              <a:rPr lang="en-US" altLang="ko-KR" sz="1100" dirty="0" err="1">
                <a:effectLst/>
              </a:rPr>
              <a:t>stockListidx</a:t>
            </a:r>
            <a:r>
              <a:rPr lang="en-US" altLang="ko-KR" sz="1100" dirty="0">
                <a:effectLst/>
              </a:rPr>
              <a:t> = 0;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for (int </a:t>
            </a:r>
            <a:r>
              <a:rPr lang="en-US" altLang="ko-KR" sz="1100" dirty="0" err="1">
                <a:effectLst/>
              </a:rPr>
              <a:t>i</a:t>
            </a:r>
            <a:r>
              <a:rPr lang="en-US" altLang="ko-KR" sz="1100" dirty="0">
                <a:effectLst/>
              </a:rPr>
              <a:t> = 0; </a:t>
            </a:r>
            <a:r>
              <a:rPr lang="en-US" altLang="ko-KR" sz="1100" dirty="0" err="1">
                <a:effectLst/>
              </a:rPr>
              <a:t>i</a:t>
            </a:r>
            <a:r>
              <a:rPr lang="en-US" altLang="ko-KR" sz="1100" dirty="0">
                <a:effectLst/>
              </a:rPr>
              <a:t> &lt; </a:t>
            </a:r>
            <a:r>
              <a:rPr lang="en-US" altLang="ko-KR" sz="1100" dirty="0" err="1">
                <a:effectLst/>
              </a:rPr>
              <a:t>msg.length</a:t>
            </a:r>
            <a:r>
              <a:rPr lang="en-US" altLang="ko-KR" sz="1100" dirty="0">
                <a:effectLst/>
              </a:rPr>
              <a:t>(); </a:t>
            </a:r>
            <a:r>
              <a:rPr lang="en-US" altLang="ko-KR" sz="1100" dirty="0" err="1">
                <a:effectLst/>
              </a:rPr>
              <a:t>i</a:t>
            </a:r>
            <a:r>
              <a:rPr lang="en-US" altLang="ko-KR" sz="1100" dirty="0">
                <a:effectLst/>
              </a:rPr>
              <a:t>++) {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</a:t>
            </a:r>
            <a:r>
              <a:rPr lang="en-US" altLang="ko-KR" sz="1100" dirty="0" err="1">
                <a:effectLst/>
              </a:rPr>
              <a:t>StockToDefine</a:t>
            </a:r>
            <a:r>
              <a:rPr lang="en-US" altLang="ko-KR" sz="1100" dirty="0">
                <a:effectLst/>
              </a:rPr>
              <a:t> </a:t>
            </a:r>
            <a:r>
              <a:rPr lang="en-US" altLang="ko-KR" sz="1100" dirty="0" err="1">
                <a:effectLst/>
              </a:rPr>
              <a:t>tmp</a:t>
            </a:r>
            <a:r>
              <a:rPr lang="en-US" altLang="ko-KR" sz="1100" dirty="0">
                <a:effectLst/>
              </a:rPr>
              <a:t> = new </a:t>
            </a:r>
            <a:r>
              <a:rPr lang="en-US" altLang="ko-KR" sz="1100" dirty="0" err="1">
                <a:effectLst/>
              </a:rPr>
              <a:t>StockToDefine</a:t>
            </a:r>
            <a:r>
              <a:rPr lang="en-US" altLang="ko-KR" sz="1100" dirty="0">
                <a:effectLst/>
              </a:rPr>
              <a:t>();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int </a:t>
            </a:r>
            <a:r>
              <a:rPr lang="en-US" altLang="ko-KR" sz="1100" dirty="0" err="1">
                <a:effectLst/>
              </a:rPr>
              <a:t>cuttingName</a:t>
            </a:r>
            <a:r>
              <a:rPr lang="en-US" altLang="ko-KR" sz="1100" dirty="0">
                <a:effectLst/>
              </a:rPr>
              <a:t> = </a:t>
            </a:r>
            <a:r>
              <a:rPr lang="en-US" altLang="ko-KR" sz="1100" dirty="0" err="1">
                <a:effectLst/>
              </a:rPr>
              <a:t>msg.indexOf</a:t>
            </a:r>
            <a:r>
              <a:rPr lang="en-US" altLang="ko-KR" sz="1100" dirty="0">
                <a:effectLst/>
              </a:rPr>
              <a:t>("/");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int </a:t>
            </a:r>
            <a:r>
              <a:rPr lang="en-US" altLang="ko-KR" sz="1100" dirty="0" err="1">
                <a:effectLst/>
              </a:rPr>
              <a:t>cuttingPrice</a:t>
            </a:r>
            <a:r>
              <a:rPr lang="en-US" altLang="ko-KR" sz="1100" dirty="0">
                <a:effectLst/>
              </a:rPr>
              <a:t> = </a:t>
            </a:r>
            <a:r>
              <a:rPr lang="en-US" altLang="ko-KR" sz="1100" dirty="0" err="1">
                <a:effectLst/>
              </a:rPr>
              <a:t>msg.indexOf</a:t>
            </a:r>
            <a:r>
              <a:rPr lang="en-US" altLang="ko-KR" sz="1100" dirty="0">
                <a:effectLst/>
              </a:rPr>
              <a:t>("*");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</a:t>
            </a:r>
            <a:r>
              <a:rPr lang="en-US" altLang="ko-KR" sz="1100" dirty="0" err="1">
                <a:effectLst/>
              </a:rPr>
              <a:t>tmp.stockName</a:t>
            </a:r>
            <a:r>
              <a:rPr lang="en-US" altLang="ko-KR" sz="1100" dirty="0">
                <a:effectLst/>
              </a:rPr>
              <a:t> = </a:t>
            </a:r>
            <a:r>
              <a:rPr lang="en-US" altLang="ko-KR" sz="1100" dirty="0" err="1">
                <a:effectLst/>
              </a:rPr>
              <a:t>msg.substring</a:t>
            </a:r>
            <a:r>
              <a:rPr lang="en-US" altLang="ko-KR" sz="1100" dirty="0">
                <a:effectLst/>
              </a:rPr>
              <a:t>(0, </a:t>
            </a:r>
            <a:r>
              <a:rPr lang="en-US" altLang="ko-KR" sz="1100" dirty="0" err="1">
                <a:effectLst/>
              </a:rPr>
              <a:t>cuttingName</a:t>
            </a:r>
            <a:r>
              <a:rPr lang="en-US" altLang="ko-KR" sz="1100" dirty="0">
                <a:effectLst/>
              </a:rPr>
              <a:t>);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</a:t>
            </a:r>
            <a:r>
              <a:rPr lang="en-US" altLang="ko-KR" sz="1100" dirty="0" err="1">
                <a:effectLst/>
              </a:rPr>
              <a:t>tmp.stockPrice</a:t>
            </a:r>
            <a:r>
              <a:rPr lang="en-US" altLang="ko-KR" sz="1100" dirty="0">
                <a:effectLst/>
              </a:rPr>
              <a:t> = </a:t>
            </a:r>
            <a:r>
              <a:rPr lang="en-US" altLang="ko-KR" sz="1100" dirty="0" err="1">
                <a:effectLst/>
              </a:rPr>
              <a:t>Integer.</a:t>
            </a:r>
            <a:r>
              <a:rPr lang="en-US" altLang="ko-KR" sz="1100" i="1" dirty="0" err="1">
                <a:effectLst/>
              </a:rPr>
              <a:t>parseInt</a:t>
            </a:r>
            <a:r>
              <a:rPr lang="en-US" altLang="ko-KR" sz="1100" dirty="0">
                <a:effectLst/>
              </a:rPr>
              <a:t>(</a:t>
            </a:r>
            <a:r>
              <a:rPr lang="en-US" altLang="ko-KR" sz="1100" dirty="0" err="1">
                <a:effectLst/>
              </a:rPr>
              <a:t>msg.substring</a:t>
            </a:r>
            <a:r>
              <a:rPr lang="en-US" altLang="ko-KR" sz="1100" dirty="0">
                <a:effectLst/>
              </a:rPr>
              <a:t>(</a:t>
            </a:r>
            <a:r>
              <a:rPr lang="en-US" altLang="ko-KR" sz="1100" dirty="0" err="1">
                <a:effectLst/>
              </a:rPr>
              <a:t>cuttingName</a:t>
            </a:r>
            <a:r>
              <a:rPr lang="en-US" altLang="ko-KR" sz="1100" dirty="0">
                <a:effectLst/>
              </a:rPr>
              <a:t> + 1, </a:t>
            </a:r>
            <a:r>
              <a:rPr lang="en-US" altLang="ko-KR" sz="1100" dirty="0" err="1">
                <a:effectLst/>
              </a:rPr>
              <a:t>cuttingPrice</a:t>
            </a:r>
            <a:r>
              <a:rPr lang="en-US" altLang="ko-KR" sz="1100" dirty="0">
                <a:effectLst/>
              </a:rPr>
              <a:t>));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if (</a:t>
            </a:r>
            <a:r>
              <a:rPr lang="en-US" altLang="ko-KR" sz="1100" dirty="0" err="1">
                <a:effectLst/>
              </a:rPr>
              <a:t>setStockPrice</a:t>
            </a:r>
            <a:r>
              <a:rPr lang="en-US" altLang="ko-KR" sz="1100" dirty="0">
                <a:effectLst/>
              </a:rPr>
              <a:t>(</a:t>
            </a:r>
            <a:r>
              <a:rPr lang="en-US" altLang="ko-KR" sz="1100" dirty="0" err="1">
                <a:effectLst/>
              </a:rPr>
              <a:t>tmp.stockPrice</a:t>
            </a:r>
            <a:r>
              <a:rPr lang="en-US" altLang="ko-KR" sz="1100" dirty="0">
                <a:effectLst/>
              </a:rPr>
              <a:t>)) {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    </a:t>
            </a:r>
            <a:r>
              <a:rPr lang="en-US" altLang="ko-KR" sz="1100" i="1" dirty="0" err="1">
                <a:effectLst/>
              </a:rPr>
              <a:t>stockList</a:t>
            </a:r>
            <a:r>
              <a:rPr lang="en-US" altLang="ko-KR" sz="1100" dirty="0">
                <a:effectLst/>
              </a:rPr>
              <a:t>[</a:t>
            </a:r>
            <a:r>
              <a:rPr lang="en-US" altLang="ko-KR" sz="1100" dirty="0" err="1">
                <a:effectLst/>
              </a:rPr>
              <a:t>stockListidx</a:t>
            </a:r>
            <a:r>
              <a:rPr lang="en-US" altLang="ko-KR" sz="1100" dirty="0">
                <a:effectLst/>
              </a:rPr>
              <a:t>] = </a:t>
            </a:r>
            <a:r>
              <a:rPr lang="en-US" altLang="ko-KR" sz="1100" dirty="0" err="1">
                <a:effectLst/>
              </a:rPr>
              <a:t>tmp</a:t>
            </a:r>
            <a:r>
              <a:rPr lang="en-US" altLang="ko-KR" sz="1100" dirty="0">
                <a:effectLst/>
              </a:rPr>
              <a:t>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    </a:t>
            </a:r>
            <a:r>
              <a:rPr lang="en-US" altLang="ko-KR" sz="1100" dirty="0" err="1">
                <a:effectLst/>
              </a:rPr>
              <a:t>stockListidx</a:t>
            </a:r>
            <a:r>
              <a:rPr lang="en-US" altLang="ko-KR" sz="1100" dirty="0">
                <a:effectLst/>
              </a:rPr>
              <a:t>++;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}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msg = </a:t>
            </a:r>
            <a:r>
              <a:rPr lang="en-US" altLang="ko-KR" sz="1100" dirty="0" err="1">
                <a:effectLst/>
              </a:rPr>
              <a:t>msg.substring</a:t>
            </a:r>
            <a:r>
              <a:rPr lang="en-US" altLang="ko-KR" sz="1100" dirty="0">
                <a:effectLst/>
              </a:rPr>
              <a:t>(</a:t>
            </a:r>
            <a:r>
              <a:rPr lang="en-US" altLang="ko-KR" sz="1100" dirty="0" err="1">
                <a:effectLst/>
              </a:rPr>
              <a:t>cuttingPrice</a:t>
            </a:r>
            <a:r>
              <a:rPr lang="en-US" altLang="ko-KR" sz="1100" dirty="0">
                <a:effectLst/>
              </a:rPr>
              <a:t> + 1);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}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}</a:t>
            </a:r>
            <a:br>
              <a:rPr lang="en-US" altLang="ko-KR" sz="1100" dirty="0">
                <a:effectLst/>
              </a:rPr>
            </a:br>
            <a:endParaRPr kumimoji="1" lang="ko-KR" alt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4B915B-BE30-8CFF-6A4E-F346ED04F3E2}"/>
              </a:ext>
            </a:extLst>
          </p:cNvPr>
          <p:cNvSpPr txBox="1"/>
          <p:nvPr/>
        </p:nvSpPr>
        <p:spPr>
          <a:xfrm>
            <a:off x="5884333" y="829733"/>
            <a:ext cx="3586238" cy="5447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public String </a:t>
            </a:r>
            <a:r>
              <a:rPr lang="en-US" altLang="ko-KR" sz="1200" dirty="0" err="1">
                <a:effectLst/>
              </a:rPr>
              <a:t>getStockName</a:t>
            </a:r>
            <a:r>
              <a:rPr lang="en-US" altLang="ko-KR" sz="1200" dirty="0">
                <a:effectLst/>
              </a:rPr>
              <a:t>() {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return </a:t>
            </a:r>
            <a:r>
              <a:rPr lang="en-US" altLang="ko-KR" sz="1200" dirty="0" err="1">
                <a:effectLst/>
              </a:rPr>
              <a:t>stockName</a:t>
            </a:r>
            <a:r>
              <a:rPr lang="en-US" altLang="ko-KR" sz="1200" dirty="0">
                <a:effectLst/>
              </a:rPr>
              <a:t>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}</a:t>
            </a:r>
            <a:br>
              <a:rPr lang="en-US" altLang="ko-KR" sz="1200" dirty="0">
                <a:effectLst/>
              </a:rPr>
            </a:b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public void </a:t>
            </a:r>
            <a:r>
              <a:rPr lang="en-US" altLang="ko-KR" sz="1200" dirty="0" err="1">
                <a:effectLst/>
              </a:rPr>
              <a:t>setStockName</a:t>
            </a:r>
            <a:r>
              <a:rPr lang="en-US" altLang="ko-KR" sz="1200" dirty="0">
                <a:effectLst/>
              </a:rPr>
              <a:t>(String </a:t>
            </a:r>
            <a:r>
              <a:rPr lang="en-US" altLang="ko-KR" sz="1200" dirty="0" err="1">
                <a:effectLst/>
              </a:rPr>
              <a:t>stockName</a:t>
            </a:r>
            <a:r>
              <a:rPr lang="en-US" altLang="ko-KR" sz="1200" dirty="0">
                <a:effectLst/>
              </a:rPr>
              <a:t>) {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</a:t>
            </a:r>
            <a:r>
              <a:rPr lang="en-US" altLang="ko-KR" sz="1200" dirty="0" err="1">
                <a:effectLst/>
              </a:rPr>
              <a:t>this.stockName</a:t>
            </a:r>
            <a:r>
              <a:rPr lang="en-US" altLang="ko-KR" sz="1200" dirty="0">
                <a:effectLst/>
              </a:rPr>
              <a:t> = </a:t>
            </a:r>
            <a:r>
              <a:rPr lang="en-US" altLang="ko-KR" sz="1200" dirty="0" err="1">
                <a:effectLst/>
              </a:rPr>
              <a:t>stockName</a:t>
            </a:r>
            <a:r>
              <a:rPr lang="en-US" altLang="ko-KR" sz="1200" dirty="0">
                <a:effectLst/>
              </a:rPr>
              <a:t>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}</a:t>
            </a:r>
            <a:br>
              <a:rPr lang="en-US" altLang="ko-KR" sz="1200" dirty="0">
                <a:effectLst/>
              </a:rPr>
            </a:b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public int </a:t>
            </a:r>
            <a:r>
              <a:rPr lang="en-US" altLang="ko-KR" sz="1200" dirty="0" err="1">
                <a:effectLst/>
              </a:rPr>
              <a:t>getStockPrice</a:t>
            </a:r>
            <a:r>
              <a:rPr lang="en-US" altLang="ko-KR" sz="1200" dirty="0">
                <a:effectLst/>
              </a:rPr>
              <a:t>() {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return </a:t>
            </a:r>
            <a:r>
              <a:rPr lang="en-US" altLang="ko-KR" sz="1200" dirty="0" err="1">
                <a:effectLst/>
              </a:rPr>
              <a:t>stockPrice</a:t>
            </a:r>
            <a:r>
              <a:rPr lang="en-US" altLang="ko-KR" sz="1200" dirty="0">
                <a:effectLst/>
              </a:rPr>
              <a:t>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}</a:t>
            </a:r>
            <a:br>
              <a:rPr lang="en-US" altLang="ko-KR" sz="1200" dirty="0">
                <a:effectLst/>
              </a:rPr>
            </a:b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// 0</a:t>
            </a:r>
            <a:r>
              <a:rPr lang="ko-KR" altLang="en-US" sz="1200" dirty="0">
                <a:effectLst/>
                <a:latin typeface="Menlo-Regular" panose="020B0609030804020204" pitchFamily="49" charset="0"/>
              </a:rPr>
              <a:t>보다 큰 값만 입력하겠다는</a:t>
            </a:r>
            <a:r>
              <a:rPr lang="ko-KR" altLang="en-US" sz="1200" dirty="0">
                <a:effectLst/>
              </a:rPr>
              <a:t> </a:t>
            </a:r>
            <a:r>
              <a:rPr lang="en-US" altLang="ko-KR" sz="1200" dirty="0">
                <a:effectLst/>
              </a:rPr>
              <a:t>setter</a:t>
            </a:r>
            <a:r>
              <a:rPr lang="ko-KR" altLang="en-US" sz="1200" dirty="0">
                <a:effectLst/>
                <a:latin typeface="Menlo-Regular" panose="020B0609030804020204" pitchFamily="49" charset="0"/>
              </a:rPr>
              <a:t>설정</a:t>
            </a:r>
            <a:br>
              <a:rPr lang="ko-KR" altLang="en-US" sz="1200" dirty="0">
                <a:effectLst/>
                <a:latin typeface="Menlo-Regular" panose="020B0609030804020204" pitchFamily="49" charset="0"/>
              </a:rPr>
            </a:br>
            <a:r>
              <a:rPr lang="ko-KR" altLang="en-US" sz="1200" dirty="0">
                <a:effectLst/>
                <a:latin typeface="Menlo-Regular" panose="020B0609030804020204" pitchFamily="49" charset="0"/>
              </a:rPr>
              <a:t>    </a:t>
            </a:r>
            <a:r>
              <a:rPr lang="en-US" altLang="ko-KR" sz="1200" dirty="0">
                <a:effectLst/>
              </a:rPr>
              <a:t>public </a:t>
            </a:r>
            <a:r>
              <a:rPr lang="en-US" altLang="ko-KR" sz="1200" dirty="0" err="1">
                <a:effectLst/>
              </a:rPr>
              <a:t>boolean</a:t>
            </a:r>
            <a:r>
              <a:rPr lang="en-US" altLang="ko-KR" sz="1200" dirty="0">
                <a:effectLst/>
              </a:rPr>
              <a:t> </a:t>
            </a:r>
            <a:r>
              <a:rPr lang="en-US" altLang="ko-KR" sz="1200" dirty="0" err="1">
                <a:effectLst/>
              </a:rPr>
              <a:t>setStockPrice</a:t>
            </a:r>
            <a:r>
              <a:rPr lang="en-US" altLang="ko-KR" sz="1200" dirty="0">
                <a:effectLst/>
              </a:rPr>
              <a:t>(int </a:t>
            </a:r>
            <a:r>
              <a:rPr lang="en-US" altLang="ko-KR" sz="1200" dirty="0" err="1">
                <a:effectLst/>
              </a:rPr>
              <a:t>stockPrice</a:t>
            </a:r>
            <a:r>
              <a:rPr lang="en-US" altLang="ko-KR" sz="1200" dirty="0">
                <a:effectLst/>
              </a:rPr>
              <a:t>) {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if (</a:t>
            </a:r>
            <a:r>
              <a:rPr lang="en-US" altLang="ko-KR" sz="1200" dirty="0" err="1">
                <a:effectLst/>
              </a:rPr>
              <a:t>stockPrice</a:t>
            </a:r>
            <a:r>
              <a:rPr lang="en-US" altLang="ko-KR" sz="1200" dirty="0">
                <a:effectLst/>
              </a:rPr>
              <a:t> &gt; 0) {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    </a:t>
            </a:r>
            <a:r>
              <a:rPr lang="en-US" altLang="ko-KR" sz="1200" dirty="0" err="1">
                <a:effectLst/>
              </a:rPr>
              <a:t>this.stockPrice</a:t>
            </a:r>
            <a:r>
              <a:rPr lang="en-US" altLang="ko-KR" sz="1200" dirty="0">
                <a:effectLst/>
              </a:rPr>
              <a:t> = </a:t>
            </a:r>
            <a:r>
              <a:rPr lang="en-US" altLang="ko-KR" sz="1200" dirty="0" err="1">
                <a:effectLst/>
              </a:rPr>
              <a:t>stockPrice</a:t>
            </a:r>
            <a:r>
              <a:rPr lang="en-US" altLang="ko-KR" sz="1200" dirty="0">
                <a:effectLst/>
              </a:rPr>
              <a:t>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    return true;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}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return false;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}</a:t>
            </a:r>
            <a:br>
              <a:rPr lang="en-US" altLang="ko-KR" sz="1200" dirty="0">
                <a:effectLst/>
              </a:rPr>
            </a:b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public static </a:t>
            </a:r>
            <a:r>
              <a:rPr lang="en-US" altLang="ko-KR" sz="1200" dirty="0" err="1">
                <a:effectLst/>
              </a:rPr>
              <a:t>StockToDefine</a:t>
            </a:r>
            <a:r>
              <a:rPr lang="en-US" altLang="ko-KR" sz="1200" dirty="0">
                <a:effectLst/>
              </a:rPr>
              <a:t>[] </a:t>
            </a:r>
            <a:r>
              <a:rPr lang="en-US" altLang="ko-KR" sz="1200" dirty="0" err="1">
                <a:effectLst/>
              </a:rPr>
              <a:t>getStockList</a:t>
            </a:r>
            <a:r>
              <a:rPr lang="en-US" altLang="ko-KR" sz="1200" dirty="0">
                <a:effectLst/>
              </a:rPr>
              <a:t>() {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return </a:t>
            </a:r>
            <a:r>
              <a:rPr lang="en-US" altLang="ko-KR" sz="1200" i="1" dirty="0" err="1">
                <a:effectLst/>
              </a:rPr>
              <a:t>stockList</a:t>
            </a:r>
            <a:r>
              <a:rPr lang="en-US" altLang="ko-KR" sz="1200" dirty="0">
                <a:effectLst/>
              </a:rPr>
              <a:t>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}</a:t>
            </a:r>
            <a:br>
              <a:rPr lang="en-US" altLang="ko-KR" sz="1200" dirty="0">
                <a:effectLst/>
              </a:rPr>
            </a:b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}</a:t>
            </a:r>
            <a:br>
              <a:rPr lang="en-US" altLang="ko-KR" sz="1200" dirty="0">
                <a:effectLst/>
              </a:rPr>
            </a:br>
            <a:endParaRPr lang="en-US" altLang="ko-KR" sz="1200" dirty="0">
              <a:effectLst/>
            </a:endParaRPr>
          </a:p>
          <a:p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14051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03D828-606A-982E-2F9B-59D6940C4C12}"/>
              </a:ext>
            </a:extLst>
          </p:cNvPr>
          <p:cNvSpPr txBox="1"/>
          <p:nvPr/>
        </p:nvSpPr>
        <p:spPr>
          <a:xfrm>
            <a:off x="152399" y="237067"/>
            <a:ext cx="5000087" cy="63555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effectLst/>
              </a:rPr>
              <a:t>package stock;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import </a:t>
            </a:r>
            <a:r>
              <a:rPr lang="en-US" altLang="ko-KR" sz="1100" dirty="0" err="1">
                <a:effectLst/>
              </a:rPr>
              <a:t>java.util.Scanner</a:t>
            </a:r>
            <a:r>
              <a:rPr lang="en-US" altLang="ko-KR" sz="1100" dirty="0">
                <a:effectLst/>
              </a:rPr>
              <a:t>;</a:t>
            </a:r>
            <a:br>
              <a:rPr lang="en-US" altLang="ko-KR" sz="1100" dirty="0">
                <a:effectLst/>
              </a:rPr>
            </a:b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public class </a:t>
            </a:r>
            <a:r>
              <a:rPr lang="en-US" altLang="ko-KR" sz="1100" dirty="0" err="1">
                <a:effectLst/>
              </a:rPr>
              <a:t>StockMainMenu</a:t>
            </a:r>
            <a:r>
              <a:rPr lang="en-US" altLang="ko-KR" sz="1100" dirty="0">
                <a:effectLst/>
              </a:rPr>
              <a:t> {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Scanner in = new Scanner(</a:t>
            </a:r>
            <a:r>
              <a:rPr lang="en-US" altLang="ko-KR" sz="1100" dirty="0" err="1">
                <a:effectLst/>
              </a:rPr>
              <a:t>System.</a:t>
            </a:r>
            <a:r>
              <a:rPr lang="en-US" altLang="ko-KR" sz="1100" b="1" i="1" dirty="0" err="1">
                <a:effectLst/>
              </a:rPr>
              <a:t>in</a:t>
            </a:r>
            <a:r>
              <a:rPr lang="en-US" altLang="ko-KR" sz="1100" dirty="0">
                <a:effectLst/>
              </a:rPr>
              <a:t>);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static </a:t>
            </a:r>
            <a:r>
              <a:rPr lang="en-US" altLang="ko-KR" sz="1100" dirty="0" err="1">
                <a:effectLst/>
              </a:rPr>
              <a:t>StockToDefine</a:t>
            </a:r>
            <a:r>
              <a:rPr lang="en-US" altLang="ko-KR" sz="1100" dirty="0">
                <a:effectLst/>
              </a:rPr>
              <a:t> </a:t>
            </a:r>
            <a:r>
              <a:rPr lang="en-US" altLang="ko-KR" sz="1100" i="1" dirty="0">
                <a:effectLst/>
              </a:rPr>
              <a:t>std </a:t>
            </a:r>
            <a:r>
              <a:rPr lang="en-US" altLang="ko-KR" sz="1100" dirty="0">
                <a:effectLst/>
              </a:rPr>
              <a:t>= </a:t>
            </a:r>
            <a:r>
              <a:rPr lang="en-US" altLang="ko-KR" sz="1100" dirty="0" err="1">
                <a:effectLst/>
              </a:rPr>
              <a:t>StockToDefine.</a:t>
            </a:r>
            <a:r>
              <a:rPr lang="en-US" altLang="ko-KR" sz="1100" i="1" dirty="0" err="1">
                <a:effectLst/>
              </a:rPr>
              <a:t>getStockInstance</a:t>
            </a:r>
            <a:r>
              <a:rPr lang="en-US" altLang="ko-KR" sz="1100" dirty="0">
                <a:effectLst/>
              </a:rPr>
              <a:t>();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</a:t>
            </a:r>
            <a:r>
              <a:rPr lang="en-US" altLang="ko-KR" sz="1100" dirty="0" err="1">
                <a:effectLst/>
              </a:rPr>
              <a:t>StockToDefine</a:t>
            </a:r>
            <a:r>
              <a:rPr lang="en-US" altLang="ko-KR" sz="1100" dirty="0">
                <a:effectLst/>
              </a:rPr>
              <a:t>[] </a:t>
            </a:r>
            <a:r>
              <a:rPr lang="en-US" altLang="ko-KR" sz="1100" dirty="0" err="1">
                <a:effectLst/>
              </a:rPr>
              <a:t>stockList</a:t>
            </a:r>
            <a:r>
              <a:rPr lang="en-US" altLang="ko-KR" sz="1100" dirty="0">
                <a:effectLst/>
              </a:rPr>
              <a:t> = </a:t>
            </a:r>
            <a:r>
              <a:rPr lang="en-US" altLang="ko-KR" sz="1100" dirty="0" err="1">
                <a:effectLst/>
              </a:rPr>
              <a:t>StockToDefine.</a:t>
            </a:r>
            <a:r>
              <a:rPr lang="en-US" altLang="ko-KR" sz="1100" i="1" dirty="0" err="1">
                <a:effectLst/>
              </a:rPr>
              <a:t>getStockList</a:t>
            </a:r>
            <a:r>
              <a:rPr lang="en-US" altLang="ko-KR" sz="1100" dirty="0">
                <a:effectLst/>
              </a:rPr>
              <a:t>();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public </a:t>
            </a:r>
            <a:r>
              <a:rPr lang="en-US" altLang="ko-KR" sz="1100" dirty="0" err="1">
                <a:effectLst/>
              </a:rPr>
              <a:t>StockMainMenu</a:t>
            </a:r>
            <a:r>
              <a:rPr lang="en-US" altLang="ko-KR" sz="1100" dirty="0">
                <a:effectLst/>
              </a:rPr>
              <a:t>(String msg){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</a:t>
            </a:r>
            <a:r>
              <a:rPr lang="en-US" altLang="ko-KR" sz="1100" i="1" dirty="0" err="1">
                <a:effectLst/>
              </a:rPr>
              <a:t>std</a:t>
            </a:r>
            <a:r>
              <a:rPr lang="en-US" altLang="ko-KR" sz="1100" dirty="0" err="1">
                <a:effectLst/>
              </a:rPr>
              <a:t>.stockAdd</a:t>
            </a:r>
            <a:r>
              <a:rPr lang="en-US" altLang="ko-KR" sz="1100" dirty="0">
                <a:effectLst/>
              </a:rPr>
              <a:t>(msg);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</a:t>
            </a:r>
            <a:r>
              <a:rPr lang="en-US" altLang="ko-KR" sz="1100" dirty="0" err="1">
                <a:effectLst/>
              </a:rPr>
              <a:t>boolean</a:t>
            </a:r>
            <a:r>
              <a:rPr lang="en-US" altLang="ko-KR" sz="1100" dirty="0">
                <a:effectLst/>
              </a:rPr>
              <a:t> flag = true;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while(flag){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menu();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int </a:t>
            </a:r>
            <a:r>
              <a:rPr lang="en-US" altLang="ko-KR" sz="1100" dirty="0" err="1">
                <a:effectLst/>
              </a:rPr>
              <a:t>menuNum</a:t>
            </a:r>
            <a:r>
              <a:rPr lang="en-US" altLang="ko-KR" sz="1100" dirty="0">
                <a:effectLst/>
              </a:rPr>
              <a:t> = </a:t>
            </a:r>
            <a:r>
              <a:rPr lang="en-US" altLang="ko-KR" sz="1100" dirty="0" err="1">
                <a:effectLst/>
              </a:rPr>
              <a:t>in.nextInt</a:t>
            </a:r>
            <a:r>
              <a:rPr lang="en-US" altLang="ko-KR" sz="1100" dirty="0">
                <a:effectLst/>
              </a:rPr>
              <a:t>();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</a:t>
            </a:r>
            <a:r>
              <a:rPr lang="en-US" altLang="ko-KR" sz="1100" dirty="0" err="1">
                <a:effectLst/>
              </a:rPr>
              <a:t>in.nextLine</a:t>
            </a:r>
            <a:r>
              <a:rPr lang="en-US" altLang="ko-KR" sz="1100" dirty="0">
                <a:effectLst/>
              </a:rPr>
              <a:t>();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switch (</a:t>
            </a:r>
            <a:r>
              <a:rPr lang="en-US" altLang="ko-KR" sz="1100" dirty="0" err="1">
                <a:effectLst/>
              </a:rPr>
              <a:t>menuNum</a:t>
            </a:r>
            <a:r>
              <a:rPr lang="en-US" altLang="ko-KR" sz="1100" dirty="0">
                <a:effectLst/>
              </a:rPr>
              <a:t>){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    case 1: // </a:t>
            </a:r>
            <a:r>
              <a:rPr lang="ko-KR" altLang="en-US" sz="1100" dirty="0">
                <a:effectLst/>
                <a:latin typeface="Menlo-Regular" panose="020B0609030804020204" pitchFamily="49" charset="0"/>
              </a:rPr>
              <a:t>주식 정보보기</a:t>
            </a:r>
            <a:br>
              <a:rPr lang="ko-KR" altLang="en-US" sz="1100" dirty="0">
                <a:effectLst/>
                <a:latin typeface="Menlo-Regular" panose="020B0609030804020204" pitchFamily="49" charset="0"/>
              </a:rPr>
            </a:br>
            <a:r>
              <a:rPr lang="ko-KR" altLang="en-US" sz="1100" dirty="0">
                <a:effectLst/>
                <a:latin typeface="Menlo-Regular" panose="020B0609030804020204" pitchFamily="49" charset="0"/>
              </a:rPr>
              <a:t>                    </a:t>
            </a:r>
            <a:r>
              <a:rPr lang="en-US" altLang="ko-KR" sz="1100" dirty="0" err="1">
                <a:effectLst/>
              </a:rPr>
              <a:t>stockInformation</a:t>
            </a:r>
            <a:r>
              <a:rPr lang="en-US" altLang="ko-KR" sz="1100" dirty="0">
                <a:effectLst/>
              </a:rPr>
              <a:t>();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        break;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    case 2: // </a:t>
            </a:r>
            <a:r>
              <a:rPr lang="ko-KR" altLang="en-US" sz="1100" dirty="0">
                <a:effectLst/>
                <a:latin typeface="Menlo-Regular" panose="020B0609030804020204" pitchFamily="49" charset="0"/>
              </a:rPr>
              <a:t>주식 검색하기</a:t>
            </a:r>
            <a:br>
              <a:rPr lang="ko-KR" altLang="en-US" sz="1100" dirty="0">
                <a:effectLst/>
                <a:latin typeface="Menlo-Regular" panose="020B0609030804020204" pitchFamily="49" charset="0"/>
              </a:rPr>
            </a:br>
            <a:r>
              <a:rPr lang="ko-KR" altLang="en-US" sz="1100" dirty="0">
                <a:effectLst/>
                <a:latin typeface="Menlo-Regular" panose="020B0609030804020204" pitchFamily="49" charset="0"/>
              </a:rPr>
              <a:t>                    </a:t>
            </a:r>
            <a:r>
              <a:rPr lang="en-US" altLang="ko-KR" sz="1100" dirty="0" err="1">
                <a:effectLst/>
              </a:rPr>
              <a:t>stockSearch</a:t>
            </a:r>
            <a:r>
              <a:rPr lang="en-US" altLang="ko-KR" sz="1100" dirty="0">
                <a:effectLst/>
              </a:rPr>
              <a:t>();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        break;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    case 3: // </a:t>
            </a:r>
            <a:r>
              <a:rPr lang="ko-KR" altLang="en-US" sz="1100" dirty="0">
                <a:effectLst/>
                <a:latin typeface="Menlo-Regular" panose="020B0609030804020204" pitchFamily="49" charset="0"/>
              </a:rPr>
              <a:t>관심 주식 등록</a:t>
            </a:r>
            <a:br>
              <a:rPr lang="ko-KR" altLang="en-US" sz="1100" dirty="0">
                <a:effectLst/>
                <a:latin typeface="Menlo-Regular" panose="020B0609030804020204" pitchFamily="49" charset="0"/>
              </a:rPr>
            </a:br>
            <a:r>
              <a:rPr lang="ko-KR" altLang="en-US" sz="1100" dirty="0">
                <a:effectLst/>
                <a:latin typeface="Menlo-Regular" panose="020B0609030804020204" pitchFamily="49" charset="0"/>
              </a:rPr>
              <a:t>                    </a:t>
            </a:r>
            <a:r>
              <a:rPr lang="en-US" altLang="ko-KR" sz="1100" dirty="0">
                <a:effectLst/>
              </a:rPr>
              <a:t>break;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    case 4 : // </a:t>
            </a:r>
            <a:r>
              <a:rPr lang="ko-KR" altLang="en-US" sz="1100" dirty="0">
                <a:effectLst/>
                <a:latin typeface="Menlo-Regular" panose="020B0609030804020204" pitchFamily="49" charset="0"/>
              </a:rPr>
              <a:t>관심 주식 조회</a:t>
            </a:r>
            <a:br>
              <a:rPr lang="ko-KR" altLang="en-US" sz="1100" dirty="0">
                <a:effectLst/>
                <a:latin typeface="Menlo-Regular" panose="020B0609030804020204" pitchFamily="49" charset="0"/>
              </a:rPr>
            </a:br>
            <a:r>
              <a:rPr lang="ko-KR" altLang="en-US" sz="1100" dirty="0">
                <a:effectLst/>
                <a:latin typeface="Menlo-Regular" panose="020B0609030804020204" pitchFamily="49" charset="0"/>
              </a:rPr>
              <a:t>                    </a:t>
            </a:r>
            <a:r>
              <a:rPr lang="en-US" altLang="ko-KR" sz="1100" dirty="0">
                <a:effectLst/>
              </a:rPr>
              <a:t>break;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    case 5 : // </a:t>
            </a:r>
            <a:r>
              <a:rPr lang="ko-KR" altLang="en-US" sz="1100" dirty="0">
                <a:effectLst/>
                <a:latin typeface="Menlo-Regular" panose="020B0609030804020204" pitchFamily="49" charset="0"/>
              </a:rPr>
              <a:t>종료</a:t>
            </a:r>
            <a:br>
              <a:rPr lang="ko-KR" altLang="en-US" sz="1100" dirty="0">
                <a:effectLst/>
                <a:latin typeface="Menlo-Regular" panose="020B0609030804020204" pitchFamily="49" charset="0"/>
              </a:rPr>
            </a:br>
            <a:r>
              <a:rPr lang="ko-KR" altLang="en-US" sz="1100" dirty="0">
                <a:effectLst/>
                <a:latin typeface="Menlo-Regular" panose="020B0609030804020204" pitchFamily="49" charset="0"/>
              </a:rPr>
              <a:t>                    </a:t>
            </a:r>
            <a:r>
              <a:rPr lang="en-US" altLang="ko-KR" sz="1100" dirty="0" err="1">
                <a:effectLst/>
              </a:rPr>
              <a:t>System.</a:t>
            </a:r>
            <a:r>
              <a:rPr lang="en-US" altLang="ko-KR" sz="1100" b="1" i="1" dirty="0" err="1">
                <a:effectLst/>
              </a:rPr>
              <a:t>out</a:t>
            </a:r>
            <a:r>
              <a:rPr lang="en-US" altLang="ko-KR" sz="1100" dirty="0" err="1">
                <a:effectLst/>
              </a:rPr>
              <a:t>.println</a:t>
            </a:r>
            <a:r>
              <a:rPr lang="en-US" altLang="ko-KR" sz="1100" dirty="0">
                <a:effectLst/>
              </a:rPr>
              <a:t>("</a:t>
            </a:r>
            <a:r>
              <a:rPr lang="ko-KR" altLang="en-US" sz="1100" dirty="0">
                <a:effectLst/>
                <a:latin typeface="Menlo-Regular" panose="020B0609030804020204" pitchFamily="49" charset="0"/>
              </a:rPr>
              <a:t>프로그램 종료합니다</a:t>
            </a:r>
            <a:r>
              <a:rPr lang="en-US" altLang="ko-KR" sz="1100" dirty="0">
                <a:effectLst/>
              </a:rPr>
              <a:t>");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        flag = false;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        break;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    default: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        </a:t>
            </a:r>
            <a:r>
              <a:rPr lang="en-US" altLang="ko-KR" sz="1100" dirty="0" err="1">
                <a:effectLst/>
              </a:rPr>
              <a:t>System.</a:t>
            </a:r>
            <a:r>
              <a:rPr lang="en-US" altLang="ko-KR" sz="1100" b="1" i="1" dirty="0" err="1">
                <a:effectLst/>
              </a:rPr>
              <a:t>out</a:t>
            </a:r>
            <a:r>
              <a:rPr lang="en-US" altLang="ko-KR" sz="1100" dirty="0" err="1">
                <a:effectLst/>
              </a:rPr>
              <a:t>.println</a:t>
            </a:r>
            <a:r>
              <a:rPr lang="en-US" altLang="ko-KR" sz="1100" dirty="0">
                <a:effectLst/>
              </a:rPr>
              <a:t>("</a:t>
            </a:r>
            <a:r>
              <a:rPr lang="ko-KR" altLang="en-US" sz="1100" dirty="0">
                <a:effectLst/>
                <a:latin typeface="Menlo-Regular" panose="020B0609030804020204" pitchFamily="49" charset="0"/>
              </a:rPr>
              <a:t>입력된 번호는 없습니다 다시 입력하세요</a:t>
            </a:r>
            <a:r>
              <a:rPr lang="en-US" altLang="ko-KR" sz="1100" dirty="0">
                <a:effectLst/>
              </a:rPr>
              <a:t>");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    }</a:t>
            </a: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    }</a:t>
            </a:r>
            <a:br>
              <a:rPr lang="en-US" altLang="ko-KR" sz="1100" dirty="0">
                <a:effectLst/>
              </a:rPr>
            </a:br>
            <a:br>
              <a:rPr lang="en-US" altLang="ko-KR" sz="1100" dirty="0">
                <a:effectLst/>
              </a:rPr>
            </a:br>
            <a:r>
              <a:rPr lang="en-US" altLang="ko-KR" sz="1100" dirty="0">
                <a:effectLst/>
              </a:rPr>
              <a:t>    }</a:t>
            </a:r>
            <a:br>
              <a:rPr lang="en-US" altLang="ko-KR" sz="1100" dirty="0">
                <a:effectLst/>
              </a:rPr>
            </a:br>
            <a:br>
              <a:rPr lang="en-US" altLang="ko-KR" sz="1100" dirty="0">
                <a:effectLst/>
              </a:rPr>
            </a:br>
            <a:endParaRPr lang="ko-KR" altLang="en-US" sz="110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4B915B-BE30-8CFF-6A4E-F346ED04F3E2}"/>
              </a:ext>
            </a:extLst>
          </p:cNvPr>
          <p:cNvSpPr txBox="1"/>
          <p:nvPr/>
        </p:nvSpPr>
        <p:spPr>
          <a:xfrm>
            <a:off x="5884333" y="829733"/>
            <a:ext cx="5431295" cy="5447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effectLst/>
              </a:rPr>
              <a:t> private void </a:t>
            </a:r>
            <a:r>
              <a:rPr lang="en-US" altLang="ko-KR" sz="1200" dirty="0" err="1">
                <a:effectLst/>
              </a:rPr>
              <a:t>stockSearch</a:t>
            </a:r>
            <a:r>
              <a:rPr lang="en-US" altLang="ko-KR" sz="1200" dirty="0">
                <a:effectLst/>
              </a:rPr>
              <a:t>() {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</a:t>
            </a:r>
            <a:r>
              <a:rPr lang="en-US" altLang="ko-KR" sz="1200" dirty="0" err="1">
                <a:effectLst/>
              </a:rPr>
              <a:t>System.</a:t>
            </a:r>
            <a:r>
              <a:rPr lang="en-US" altLang="ko-KR" sz="1200" b="1" i="1" dirty="0" err="1">
                <a:effectLst/>
              </a:rPr>
              <a:t>out</a:t>
            </a:r>
            <a:r>
              <a:rPr lang="en-US" altLang="ko-KR" sz="1200" dirty="0" err="1">
                <a:effectLst/>
              </a:rPr>
              <a:t>.println</a:t>
            </a:r>
            <a:r>
              <a:rPr lang="en-US" altLang="ko-KR" sz="1200" dirty="0">
                <a:effectLst/>
              </a:rPr>
              <a:t>("</a:t>
            </a:r>
            <a:r>
              <a:rPr lang="ko-KR" altLang="en-US" sz="1200" dirty="0">
                <a:effectLst/>
                <a:latin typeface="Menlo-Regular" panose="020B0609030804020204" pitchFamily="49" charset="0"/>
              </a:rPr>
              <a:t>주식 검색 기능입니다</a:t>
            </a:r>
            <a:r>
              <a:rPr lang="ko-KR" altLang="en-US" sz="1200" dirty="0">
                <a:effectLst/>
              </a:rPr>
              <a:t> </a:t>
            </a:r>
            <a:r>
              <a:rPr lang="en-US" altLang="ko-KR" sz="1200" dirty="0">
                <a:effectLst/>
              </a:rPr>
              <a:t>");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</a:t>
            </a:r>
            <a:r>
              <a:rPr lang="en-US" altLang="ko-KR" sz="1200" dirty="0" err="1">
                <a:effectLst/>
              </a:rPr>
              <a:t>System.</a:t>
            </a:r>
            <a:r>
              <a:rPr lang="en-US" altLang="ko-KR" sz="1200" b="1" i="1" dirty="0" err="1">
                <a:effectLst/>
              </a:rPr>
              <a:t>out</a:t>
            </a:r>
            <a:r>
              <a:rPr lang="en-US" altLang="ko-KR" sz="1200" dirty="0" err="1">
                <a:effectLst/>
              </a:rPr>
              <a:t>.print</a:t>
            </a:r>
            <a:r>
              <a:rPr lang="en-US" altLang="ko-KR" sz="1200" dirty="0">
                <a:effectLst/>
              </a:rPr>
              <a:t>("</a:t>
            </a:r>
            <a:r>
              <a:rPr lang="ko-KR" altLang="en-US" sz="1200" dirty="0">
                <a:effectLst/>
                <a:latin typeface="Menlo-Regular" panose="020B0609030804020204" pitchFamily="49" charset="0"/>
              </a:rPr>
              <a:t>찾을 주식 이름 입력</a:t>
            </a:r>
            <a:r>
              <a:rPr lang="ko-KR" altLang="en-US" sz="1200" dirty="0">
                <a:effectLst/>
              </a:rPr>
              <a:t> </a:t>
            </a:r>
            <a:r>
              <a:rPr lang="en-US" altLang="ko-KR" sz="1200" dirty="0">
                <a:effectLst/>
              </a:rPr>
              <a:t>&gt;&gt; ");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String </a:t>
            </a:r>
            <a:r>
              <a:rPr lang="en-US" altLang="ko-KR" sz="1200" dirty="0" err="1">
                <a:effectLst/>
              </a:rPr>
              <a:t>searchName</a:t>
            </a:r>
            <a:r>
              <a:rPr lang="en-US" altLang="ko-KR" sz="1200" dirty="0">
                <a:effectLst/>
              </a:rPr>
              <a:t> = </a:t>
            </a:r>
            <a:r>
              <a:rPr lang="en-US" altLang="ko-KR" sz="1200" dirty="0" err="1">
                <a:effectLst/>
              </a:rPr>
              <a:t>in.nextLine</a:t>
            </a:r>
            <a:r>
              <a:rPr lang="en-US" altLang="ko-KR" sz="1200" dirty="0">
                <a:effectLst/>
              </a:rPr>
              <a:t>();</a:t>
            </a:r>
            <a:br>
              <a:rPr lang="en-US" altLang="ko-KR" sz="1200" dirty="0">
                <a:effectLst/>
              </a:rPr>
            </a:b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}</a:t>
            </a:r>
            <a:br>
              <a:rPr lang="en-US" altLang="ko-KR" sz="1200" dirty="0">
                <a:effectLst/>
              </a:rPr>
            </a:b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public void </a:t>
            </a:r>
            <a:r>
              <a:rPr lang="en-US" altLang="ko-KR" sz="1200" dirty="0" err="1">
                <a:effectLst/>
              </a:rPr>
              <a:t>stockInformation</a:t>
            </a:r>
            <a:r>
              <a:rPr lang="en-US" altLang="ko-KR" sz="1200" dirty="0">
                <a:effectLst/>
              </a:rPr>
              <a:t>(){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</a:t>
            </a:r>
            <a:r>
              <a:rPr lang="en-US" altLang="ko-KR" sz="1200" dirty="0" err="1">
                <a:effectLst/>
              </a:rPr>
              <a:t>System.</a:t>
            </a:r>
            <a:r>
              <a:rPr lang="en-US" altLang="ko-KR" sz="1200" b="1" i="1" dirty="0" err="1">
                <a:effectLst/>
              </a:rPr>
              <a:t>out</a:t>
            </a:r>
            <a:r>
              <a:rPr lang="en-US" altLang="ko-KR" sz="1200" dirty="0" err="1">
                <a:effectLst/>
              </a:rPr>
              <a:t>.println</a:t>
            </a:r>
            <a:r>
              <a:rPr lang="en-US" altLang="ko-KR" sz="1200" dirty="0">
                <a:effectLst/>
              </a:rPr>
              <a:t>("</a:t>
            </a:r>
            <a:r>
              <a:rPr lang="ko-KR" altLang="en-US" sz="1200" dirty="0">
                <a:effectLst/>
                <a:latin typeface="Menlo-Regular" panose="020B0609030804020204" pitchFamily="49" charset="0"/>
              </a:rPr>
              <a:t>주식 정보 보기 란 입니다</a:t>
            </a:r>
            <a:r>
              <a:rPr lang="en-US" altLang="ko-KR" sz="1200" dirty="0">
                <a:effectLst/>
              </a:rPr>
              <a:t>.");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for (int </a:t>
            </a:r>
            <a:r>
              <a:rPr lang="en-US" altLang="ko-KR" sz="1200" dirty="0" err="1">
                <a:effectLst/>
              </a:rPr>
              <a:t>i</a:t>
            </a:r>
            <a:r>
              <a:rPr lang="en-US" altLang="ko-KR" sz="1200" dirty="0">
                <a:effectLst/>
              </a:rPr>
              <a:t> = 0; </a:t>
            </a:r>
            <a:r>
              <a:rPr lang="en-US" altLang="ko-KR" sz="1200" dirty="0" err="1">
                <a:effectLst/>
              </a:rPr>
              <a:t>i</a:t>
            </a:r>
            <a:r>
              <a:rPr lang="en-US" altLang="ko-KR" sz="1200" dirty="0">
                <a:effectLst/>
              </a:rPr>
              <a:t> &lt; </a:t>
            </a:r>
            <a:r>
              <a:rPr lang="en-US" altLang="ko-KR" sz="1200" dirty="0" err="1">
                <a:effectLst/>
              </a:rPr>
              <a:t>stockList.</a:t>
            </a:r>
            <a:r>
              <a:rPr lang="en-US" altLang="ko-KR" sz="1200" i="1" dirty="0" err="1">
                <a:effectLst/>
              </a:rPr>
              <a:t>length</a:t>
            </a:r>
            <a:r>
              <a:rPr lang="en-US" altLang="ko-KR" sz="1200" i="1" dirty="0">
                <a:effectLst/>
              </a:rPr>
              <a:t> </a:t>
            </a:r>
            <a:r>
              <a:rPr lang="en-US" altLang="ko-KR" sz="1200" dirty="0">
                <a:effectLst/>
              </a:rPr>
              <a:t>; </a:t>
            </a:r>
            <a:r>
              <a:rPr lang="en-US" altLang="ko-KR" sz="1200" dirty="0" err="1">
                <a:effectLst/>
              </a:rPr>
              <a:t>i</a:t>
            </a:r>
            <a:r>
              <a:rPr lang="en-US" altLang="ko-KR" sz="1200" dirty="0">
                <a:effectLst/>
              </a:rPr>
              <a:t>++) {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    if (</a:t>
            </a:r>
            <a:r>
              <a:rPr lang="en-US" altLang="ko-KR" sz="1200" dirty="0" err="1">
                <a:effectLst/>
              </a:rPr>
              <a:t>stockList</a:t>
            </a:r>
            <a:r>
              <a:rPr lang="en-US" altLang="ko-KR" sz="1200" dirty="0">
                <a:effectLst/>
              </a:rPr>
              <a:t>[</a:t>
            </a:r>
            <a:r>
              <a:rPr lang="en-US" altLang="ko-KR" sz="1200" dirty="0" err="1">
                <a:effectLst/>
              </a:rPr>
              <a:t>i</a:t>
            </a:r>
            <a:r>
              <a:rPr lang="en-US" altLang="ko-KR" sz="1200" dirty="0">
                <a:effectLst/>
              </a:rPr>
              <a:t>] != null ){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        </a:t>
            </a:r>
            <a:r>
              <a:rPr lang="en-US" altLang="ko-KR" sz="1200" dirty="0" err="1">
                <a:effectLst/>
              </a:rPr>
              <a:t>System.</a:t>
            </a:r>
            <a:r>
              <a:rPr lang="en-US" altLang="ko-KR" sz="1200" b="1" i="1" dirty="0" err="1">
                <a:effectLst/>
              </a:rPr>
              <a:t>out</a:t>
            </a:r>
            <a:r>
              <a:rPr lang="en-US" altLang="ko-KR" sz="1200" dirty="0" err="1">
                <a:effectLst/>
              </a:rPr>
              <a:t>.println</a:t>
            </a:r>
            <a:r>
              <a:rPr lang="en-US" altLang="ko-KR" sz="1200" dirty="0">
                <a:effectLst/>
              </a:rPr>
              <a:t>("&gt;&gt; </a:t>
            </a:r>
            <a:r>
              <a:rPr lang="ko-KR" altLang="en-US" sz="1200" dirty="0">
                <a:effectLst/>
                <a:latin typeface="Menlo-Regular" panose="020B0609030804020204" pitchFamily="49" charset="0"/>
              </a:rPr>
              <a:t>주식 이름</a:t>
            </a:r>
            <a:r>
              <a:rPr lang="ko-KR" altLang="en-US" sz="1200" dirty="0">
                <a:effectLst/>
              </a:rPr>
              <a:t> </a:t>
            </a:r>
            <a:r>
              <a:rPr lang="en-US" altLang="ko-KR" sz="1200" dirty="0">
                <a:effectLst/>
              </a:rPr>
              <a:t>: " + </a:t>
            </a:r>
            <a:r>
              <a:rPr lang="en-US" altLang="ko-KR" sz="1200" dirty="0" err="1">
                <a:effectLst/>
              </a:rPr>
              <a:t>stockList</a:t>
            </a:r>
            <a:r>
              <a:rPr lang="en-US" altLang="ko-KR" sz="1200" dirty="0">
                <a:effectLst/>
              </a:rPr>
              <a:t>[</a:t>
            </a:r>
            <a:r>
              <a:rPr lang="en-US" altLang="ko-KR" sz="1200" dirty="0" err="1">
                <a:effectLst/>
              </a:rPr>
              <a:t>i</a:t>
            </a:r>
            <a:r>
              <a:rPr lang="en-US" altLang="ko-KR" sz="1200" dirty="0">
                <a:effectLst/>
              </a:rPr>
              <a:t>].</a:t>
            </a:r>
            <a:r>
              <a:rPr lang="en-US" altLang="ko-KR" sz="1200" dirty="0" err="1">
                <a:effectLst/>
              </a:rPr>
              <a:t>getStockName</a:t>
            </a:r>
            <a:r>
              <a:rPr lang="en-US" altLang="ko-KR" sz="1200" dirty="0">
                <a:effectLst/>
              </a:rPr>
              <a:t>() );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        </a:t>
            </a:r>
            <a:r>
              <a:rPr lang="en-US" altLang="ko-KR" sz="1200" dirty="0" err="1">
                <a:effectLst/>
              </a:rPr>
              <a:t>System.</a:t>
            </a:r>
            <a:r>
              <a:rPr lang="en-US" altLang="ko-KR" sz="1200" b="1" i="1" dirty="0" err="1">
                <a:effectLst/>
              </a:rPr>
              <a:t>out</a:t>
            </a:r>
            <a:r>
              <a:rPr lang="en-US" altLang="ko-KR" sz="1200" dirty="0" err="1">
                <a:effectLst/>
              </a:rPr>
              <a:t>.println</a:t>
            </a:r>
            <a:r>
              <a:rPr lang="en-US" altLang="ko-KR" sz="1200" dirty="0">
                <a:effectLst/>
              </a:rPr>
              <a:t>("&gt;&gt; </a:t>
            </a:r>
            <a:r>
              <a:rPr lang="ko-KR" altLang="en-US" sz="1200" dirty="0">
                <a:effectLst/>
                <a:latin typeface="Menlo-Regular" panose="020B0609030804020204" pitchFamily="49" charset="0"/>
              </a:rPr>
              <a:t>주식 가격</a:t>
            </a:r>
            <a:r>
              <a:rPr lang="ko-KR" altLang="en-US" sz="1200" dirty="0">
                <a:effectLst/>
              </a:rPr>
              <a:t> </a:t>
            </a:r>
            <a:r>
              <a:rPr lang="en-US" altLang="ko-KR" sz="1200" dirty="0">
                <a:effectLst/>
              </a:rPr>
              <a:t>: " + </a:t>
            </a:r>
            <a:r>
              <a:rPr lang="en-US" altLang="ko-KR" sz="1200" dirty="0" err="1">
                <a:effectLst/>
              </a:rPr>
              <a:t>stockList</a:t>
            </a:r>
            <a:r>
              <a:rPr lang="en-US" altLang="ko-KR" sz="1200" dirty="0">
                <a:effectLst/>
              </a:rPr>
              <a:t>[</a:t>
            </a:r>
            <a:r>
              <a:rPr lang="en-US" altLang="ko-KR" sz="1200" dirty="0" err="1">
                <a:effectLst/>
              </a:rPr>
              <a:t>i</a:t>
            </a:r>
            <a:r>
              <a:rPr lang="en-US" altLang="ko-KR" sz="1200" dirty="0">
                <a:effectLst/>
              </a:rPr>
              <a:t>].</a:t>
            </a:r>
            <a:r>
              <a:rPr lang="en-US" altLang="ko-KR" sz="1200" dirty="0" err="1">
                <a:effectLst/>
              </a:rPr>
              <a:t>getStockPrice</a:t>
            </a:r>
            <a:r>
              <a:rPr lang="en-US" altLang="ko-KR" sz="1200" dirty="0">
                <a:effectLst/>
              </a:rPr>
              <a:t>() );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    }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}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}</a:t>
            </a:r>
            <a:br>
              <a:rPr lang="en-US" altLang="ko-KR" sz="1200" dirty="0">
                <a:effectLst/>
              </a:rPr>
            </a:br>
            <a:br>
              <a:rPr lang="en-US" altLang="ko-KR" sz="1200" dirty="0">
                <a:effectLst/>
              </a:rPr>
            </a:b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public void menu(){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</a:t>
            </a:r>
            <a:r>
              <a:rPr lang="en-US" altLang="ko-KR" sz="1200" dirty="0" err="1">
                <a:effectLst/>
              </a:rPr>
              <a:t>System.</a:t>
            </a:r>
            <a:r>
              <a:rPr lang="en-US" altLang="ko-KR" sz="1200" b="1" i="1" dirty="0" err="1">
                <a:effectLst/>
              </a:rPr>
              <a:t>out</a:t>
            </a:r>
            <a:r>
              <a:rPr lang="en-US" altLang="ko-KR" sz="1200" dirty="0" err="1">
                <a:effectLst/>
              </a:rPr>
              <a:t>.println</a:t>
            </a:r>
            <a:r>
              <a:rPr lang="en-US" altLang="ko-KR" sz="1200" dirty="0">
                <a:effectLst/>
              </a:rPr>
              <a:t>("</a:t>
            </a:r>
            <a:r>
              <a:rPr lang="ko-KR" altLang="en-US" sz="1200" dirty="0">
                <a:effectLst/>
                <a:latin typeface="Menlo-Regular" panose="020B0609030804020204" pitchFamily="49" charset="0"/>
              </a:rPr>
              <a:t>오늘의 주식 정보 프로그램</a:t>
            </a:r>
            <a:r>
              <a:rPr lang="en-US" altLang="ko-KR" sz="1200" dirty="0">
                <a:effectLst/>
              </a:rPr>
              <a:t>");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</a:t>
            </a:r>
            <a:r>
              <a:rPr lang="en-US" altLang="ko-KR" sz="1200" dirty="0" err="1">
                <a:effectLst/>
              </a:rPr>
              <a:t>System.</a:t>
            </a:r>
            <a:r>
              <a:rPr lang="en-US" altLang="ko-KR" sz="1200" b="1" i="1" dirty="0" err="1">
                <a:effectLst/>
              </a:rPr>
              <a:t>out</a:t>
            </a:r>
            <a:r>
              <a:rPr lang="en-US" altLang="ko-KR" sz="1200" dirty="0" err="1">
                <a:effectLst/>
              </a:rPr>
              <a:t>.println</a:t>
            </a:r>
            <a:r>
              <a:rPr lang="en-US" altLang="ko-KR" sz="1200" dirty="0">
                <a:effectLst/>
              </a:rPr>
              <a:t>("1. </a:t>
            </a:r>
            <a:r>
              <a:rPr lang="ko-KR" altLang="en-US" sz="1200" dirty="0">
                <a:effectLst/>
                <a:latin typeface="Menlo-Regular" panose="020B0609030804020204" pitchFamily="49" charset="0"/>
              </a:rPr>
              <a:t>주식 정보 보기</a:t>
            </a:r>
            <a:r>
              <a:rPr lang="en-US" altLang="ko-KR" sz="1200" dirty="0">
                <a:effectLst/>
              </a:rPr>
              <a:t>");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</a:t>
            </a:r>
            <a:r>
              <a:rPr lang="en-US" altLang="ko-KR" sz="1200" dirty="0" err="1">
                <a:effectLst/>
              </a:rPr>
              <a:t>System.</a:t>
            </a:r>
            <a:r>
              <a:rPr lang="en-US" altLang="ko-KR" sz="1200" b="1" i="1" dirty="0" err="1">
                <a:effectLst/>
              </a:rPr>
              <a:t>out</a:t>
            </a:r>
            <a:r>
              <a:rPr lang="en-US" altLang="ko-KR" sz="1200" dirty="0" err="1">
                <a:effectLst/>
              </a:rPr>
              <a:t>.println</a:t>
            </a:r>
            <a:r>
              <a:rPr lang="en-US" altLang="ko-KR" sz="1200" dirty="0">
                <a:effectLst/>
              </a:rPr>
              <a:t>("2. </a:t>
            </a:r>
            <a:r>
              <a:rPr lang="ko-KR" altLang="en-US" sz="1200" dirty="0">
                <a:effectLst/>
                <a:latin typeface="Menlo-Regular" panose="020B0609030804020204" pitchFamily="49" charset="0"/>
              </a:rPr>
              <a:t>주식 검색</a:t>
            </a:r>
            <a:r>
              <a:rPr lang="en-US" altLang="ko-KR" sz="1200" dirty="0">
                <a:effectLst/>
              </a:rPr>
              <a:t>");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</a:t>
            </a:r>
            <a:r>
              <a:rPr lang="en-US" altLang="ko-KR" sz="1200" dirty="0" err="1">
                <a:effectLst/>
              </a:rPr>
              <a:t>System.</a:t>
            </a:r>
            <a:r>
              <a:rPr lang="en-US" altLang="ko-KR" sz="1200" b="1" i="1" dirty="0" err="1">
                <a:effectLst/>
              </a:rPr>
              <a:t>out</a:t>
            </a:r>
            <a:r>
              <a:rPr lang="en-US" altLang="ko-KR" sz="1200" dirty="0" err="1">
                <a:effectLst/>
              </a:rPr>
              <a:t>.println</a:t>
            </a:r>
            <a:r>
              <a:rPr lang="en-US" altLang="ko-KR" sz="1200" dirty="0">
                <a:effectLst/>
              </a:rPr>
              <a:t>("3. </a:t>
            </a:r>
            <a:r>
              <a:rPr lang="ko-KR" altLang="en-US" sz="1200" dirty="0">
                <a:effectLst/>
                <a:latin typeface="Menlo-Regular" panose="020B0609030804020204" pitchFamily="49" charset="0"/>
              </a:rPr>
              <a:t>관심 주식 등록</a:t>
            </a:r>
            <a:r>
              <a:rPr lang="en-US" altLang="ko-KR" sz="1200" dirty="0">
                <a:effectLst/>
              </a:rPr>
              <a:t>");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</a:t>
            </a:r>
            <a:r>
              <a:rPr lang="en-US" altLang="ko-KR" sz="1200" dirty="0" err="1">
                <a:effectLst/>
              </a:rPr>
              <a:t>System.</a:t>
            </a:r>
            <a:r>
              <a:rPr lang="en-US" altLang="ko-KR" sz="1200" b="1" i="1" dirty="0" err="1">
                <a:effectLst/>
              </a:rPr>
              <a:t>out</a:t>
            </a:r>
            <a:r>
              <a:rPr lang="en-US" altLang="ko-KR" sz="1200" dirty="0" err="1">
                <a:effectLst/>
              </a:rPr>
              <a:t>.println</a:t>
            </a:r>
            <a:r>
              <a:rPr lang="en-US" altLang="ko-KR" sz="1200" dirty="0">
                <a:effectLst/>
              </a:rPr>
              <a:t>("4. </a:t>
            </a:r>
            <a:r>
              <a:rPr lang="ko-KR" altLang="en-US" sz="1200" dirty="0">
                <a:effectLst/>
                <a:latin typeface="Menlo-Regular" panose="020B0609030804020204" pitchFamily="49" charset="0"/>
              </a:rPr>
              <a:t>관심 주식 조회</a:t>
            </a:r>
            <a:r>
              <a:rPr lang="en-US" altLang="ko-KR" sz="1200" dirty="0">
                <a:effectLst/>
              </a:rPr>
              <a:t>");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</a:t>
            </a:r>
            <a:r>
              <a:rPr lang="en-US" altLang="ko-KR" sz="1200" dirty="0" err="1">
                <a:effectLst/>
              </a:rPr>
              <a:t>System.</a:t>
            </a:r>
            <a:r>
              <a:rPr lang="en-US" altLang="ko-KR" sz="1200" b="1" i="1" dirty="0" err="1">
                <a:effectLst/>
              </a:rPr>
              <a:t>out</a:t>
            </a:r>
            <a:r>
              <a:rPr lang="en-US" altLang="ko-KR" sz="1200" dirty="0" err="1">
                <a:effectLst/>
              </a:rPr>
              <a:t>.println</a:t>
            </a:r>
            <a:r>
              <a:rPr lang="en-US" altLang="ko-KR" sz="1200" dirty="0">
                <a:effectLst/>
              </a:rPr>
              <a:t>("5. </a:t>
            </a:r>
            <a:r>
              <a:rPr lang="ko-KR" altLang="en-US" sz="1200" dirty="0">
                <a:effectLst/>
                <a:latin typeface="Menlo-Regular" panose="020B0609030804020204" pitchFamily="49" charset="0"/>
              </a:rPr>
              <a:t>종료</a:t>
            </a:r>
            <a:r>
              <a:rPr lang="en-US" altLang="ko-KR" sz="1200" dirty="0">
                <a:effectLst/>
              </a:rPr>
              <a:t>");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</a:t>
            </a:r>
            <a:r>
              <a:rPr lang="en-US" altLang="ko-KR" sz="1200" dirty="0" err="1">
                <a:effectLst/>
              </a:rPr>
              <a:t>System.</a:t>
            </a:r>
            <a:r>
              <a:rPr lang="en-US" altLang="ko-KR" sz="1200" b="1" i="1" dirty="0" err="1">
                <a:effectLst/>
              </a:rPr>
              <a:t>out</a:t>
            </a:r>
            <a:r>
              <a:rPr lang="en-US" altLang="ko-KR" sz="1200" dirty="0" err="1">
                <a:effectLst/>
              </a:rPr>
              <a:t>.print</a:t>
            </a:r>
            <a:r>
              <a:rPr lang="en-US" altLang="ko-KR" sz="1200" dirty="0">
                <a:effectLst/>
              </a:rPr>
              <a:t>(" </a:t>
            </a:r>
            <a:r>
              <a:rPr lang="ko-KR" altLang="en-US" sz="1200" dirty="0">
                <a:effectLst/>
                <a:latin typeface="Menlo-Regular" panose="020B0609030804020204" pitchFamily="49" charset="0"/>
              </a:rPr>
              <a:t>번호 입력</a:t>
            </a:r>
            <a:r>
              <a:rPr lang="ko-KR" altLang="en-US" sz="1200" dirty="0">
                <a:effectLst/>
              </a:rPr>
              <a:t> </a:t>
            </a:r>
            <a:r>
              <a:rPr lang="en-US" altLang="ko-KR" sz="1200" dirty="0">
                <a:effectLst/>
              </a:rPr>
              <a:t>&gt;&gt; ");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}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}</a:t>
            </a:r>
            <a:br>
              <a:rPr lang="en-US" altLang="ko-KR" sz="1200" dirty="0">
                <a:effectLst/>
              </a:rPr>
            </a:br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72252121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AnalogousFromLightSeedLeftStep">
      <a:dk1>
        <a:srgbClr val="000000"/>
      </a:dk1>
      <a:lt1>
        <a:srgbClr val="FFFFFF"/>
      </a:lt1>
      <a:dk2>
        <a:srgbClr val="242B41"/>
      </a:dk2>
      <a:lt2>
        <a:srgbClr val="E2E8E2"/>
      </a:lt2>
      <a:accent1>
        <a:srgbClr val="D18BD1"/>
      </a:accent1>
      <a:accent2>
        <a:srgbClr val="A471C7"/>
      </a:accent2>
      <a:accent3>
        <a:srgbClr val="978BD1"/>
      </a:accent3>
      <a:accent4>
        <a:srgbClr val="7186C7"/>
      </a:accent4>
      <a:accent5>
        <a:srgbClr val="71AAC7"/>
      </a:accent5>
      <a:accent6>
        <a:srgbClr val="65B1AB"/>
      </a:accent6>
      <a:hlink>
        <a:srgbClr val="568F57"/>
      </a:hlink>
      <a:folHlink>
        <a:srgbClr val="7F7F7F"/>
      </a:folHlink>
    </a:clrScheme>
    <a:fontScheme name="Avenir">
      <a:majorFont>
        <a:latin typeface="Microsoft GothicNeo"/>
        <a:ea typeface=""/>
        <a:cs typeface=""/>
      </a:majorFont>
      <a:minorFont>
        <a:latin typeface="Microsoft GothicNe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{01454DBB-E94D-F047-8D7F-8294AF8A8CE2}tf10001070</Template>
  <TotalTime>7</TotalTime>
  <Words>1535</Words>
  <Application>Microsoft Macintosh PowerPoint</Application>
  <PresentationFormat>와이드스크린</PresentationFormat>
  <Paragraphs>13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Microsoft GothicNeo</vt:lpstr>
      <vt:lpstr>Microsoft GothicNeo Light</vt:lpstr>
      <vt:lpstr>Arial</vt:lpstr>
      <vt:lpstr>Menlo-Regular</vt:lpstr>
      <vt:lpstr>BlocksVTI</vt:lpstr>
      <vt:lpstr>2023년 10월 30일 과제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2023년 10월 30일 과제 </dc:title>
  <dc:creator>김가율</dc:creator>
  <cp:lastModifiedBy>김가율</cp:lastModifiedBy>
  <cp:revision>1</cp:revision>
  <dcterms:created xsi:type="dcterms:W3CDTF">2023-10-31T00:14:03Z</dcterms:created>
  <dcterms:modified xsi:type="dcterms:W3CDTF">2023-10-31T00:21:29Z</dcterms:modified>
</cp:coreProperties>
</file>