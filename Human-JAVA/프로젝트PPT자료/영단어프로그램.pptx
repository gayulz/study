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5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1"/>
    <p:restoredTop sz="94694"/>
  </p:normalViewPr>
  <p:slideViewPr>
    <p:cSldViewPr snapToGrid="0">
      <p:cViewPr varScale="1">
        <p:scale>
          <a:sx n="121" d="100"/>
          <a:sy n="121" d="100"/>
        </p:scale>
        <p:origin x="17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182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04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11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1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13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27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09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9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2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69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274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lIns="109728" tIns="109728" rIns="109728" bIns="91440" anchor="b"/>
          <a:lstStyle>
            <a:lvl1pPr algn="l">
              <a:defRPr sz="1000" spc="3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10/23/23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lIns="109728" tIns="109728" rIns="109728" bIns="91440" anchor="t"/>
          <a:lstStyle>
            <a:lvl1pPr algn="r">
              <a:defRPr sz="900" spc="3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lIns="109728" tIns="109728" rIns="109728" bIns="91440" anchor="t"/>
          <a:lstStyle>
            <a:lvl1pPr algn="r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419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4" r:id="rId10"/>
    <p:sldLayoutId id="2147483773" r:id="rId11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400" b="1" kern="1200" spc="6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Arial" panose="020B0604020202020204" pitchFamily="34" charset="0"/>
        <a:buChar char="•"/>
        <a:defRPr sz="2800" kern="1200" spc="3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2400" kern="1200" spc="3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2000" kern="1200" spc="3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1800" kern="1200" spc="3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1800" kern="1200" spc="3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" descr="칠판을 배경으로 하며 책과 연필이 있는 학교 책상">
            <a:extLst>
              <a:ext uri="{FF2B5EF4-FFF2-40B4-BE49-F238E27FC236}">
                <a16:creationId xmlns:a16="http://schemas.microsoft.com/office/drawing/2014/main" id="{59776CC0-23F8-71B7-B84A-8CCD6BA21A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25094"/>
          <a:stretch/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28" name="Group 22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4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E7F3C6BD-320A-8628-9CB2-E2A131910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514475"/>
            <a:ext cx="8381999" cy="1995487"/>
          </a:xfrm>
        </p:spPr>
        <p:txBody>
          <a:bodyPr>
            <a:normAutofit/>
          </a:bodyPr>
          <a:lstStyle/>
          <a:p>
            <a:pPr algn="l">
              <a:lnSpc>
                <a:spcPct val="95000"/>
              </a:lnSpc>
            </a:pPr>
            <a:r>
              <a:rPr kumimoji="1" lang="ko-KR" altLang="en-US" sz="5600" dirty="0" err="1"/>
              <a:t>영단어</a:t>
            </a:r>
            <a:r>
              <a:rPr kumimoji="1" lang="ko-KR" altLang="en-US" sz="5600" dirty="0"/>
              <a:t> 관리</a:t>
            </a:r>
            <a:br>
              <a:rPr kumimoji="1" lang="en-US" altLang="ko-KR" sz="5600" dirty="0"/>
            </a:br>
            <a:r>
              <a:rPr kumimoji="1" lang="ko-KR" altLang="en-US" sz="5600" dirty="0"/>
              <a:t>프로그램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F2FC20A-FC12-5168-0528-51A633884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8382000" cy="1338471"/>
          </a:xfrm>
        </p:spPr>
        <p:txBody>
          <a:bodyPr>
            <a:normAutofit/>
          </a:bodyPr>
          <a:lstStyle/>
          <a:p>
            <a:pPr algn="l"/>
            <a:r>
              <a:rPr kumimoji="1" lang="ko-KR" altLang="en-US" dirty="0" err="1"/>
              <a:t>김가율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5275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0916B6-4A84-AF7F-C2E2-7F699266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35" y="1143000"/>
            <a:ext cx="3285045" cy="4572000"/>
          </a:xfrm>
        </p:spPr>
        <p:txBody>
          <a:bodyPr anchor="ctr">
            <a:normAutofit/>
          </a:bodyPr>
          <a:lstStyle/>
          <a:p>
            <a:pPr algn="r"/>
            <a:r>
              <a:rPr kumimoji="1" lang="en-US" altLang="ko-KR" dirty="0"/>
              <a:t>Package</a:t>
            </a:r>
            <a:br>
              <a:rPr kumimoji="1" lang="en-US" altLang="ko-KR" dirty="0"/>
            </a:br>
            <a:r>
              <a:rPr kumimoji="1" lang="en-US" altLang="ko-KR" dirty="0" err="1"/>
              <a:t>wordNote</a:t>
            </a:r>
            <a:br>
              <a:rPr kumimoji="1" lang="en-US" altLang="ko-KR" dirty="0"/>
            </a:br>
            <a:r>
              <a:rPr kumimoji="1" lang="en-US" altLang="ko-KR" dirty="0"/>
              <a:t>Main Class</a:t>
            </a:r>
            <a:endParaRPr kumimoji="1" lang="ko-KR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08320" y="-1"/>
            <a:ext cx="54864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C7143E-7EEB-B36D-3E6C-A7C47DBA7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9369" y="1143000"/>
            <a:ext cx="5876395" cy="4572000"/>
          </a:xfrm>
        </p:spPr>
        <p:txBody>
          <a:bodyPr anchor="ctr">
            <a:normAutofit/>
          </a:bodyPr>
          <a:lstStyle/>
          <a:p>
            <a:r>
              <a:rPr lang="en-US" altLang="ko-KR" sz="2000" dirty="0">
                <a:solidFill>
                  <a:srgbClr val="47A2ED"/>
                </a:solidFill>
                <a:effectLst/>
              </a:rPr>
              <a:t>public class </a:t>
            </a:r>
            <a:r>
              <a:rPr lang="en-US" altLang="ko-KR" sz="2000" dirty="0">
                <a:solidFill>
                  <a:srgbClr val="47CCB1"/>
                </a:solidFill>
                <a:effectLst/>
              </a:rPr>
              <a:t>Main </a:t>
            </a:r>
            <a:r>
              <a:rPr lang="en-US" altLang="ko-KR" sz="2000" dirty="0">
                <a:solidFill>
                  <a:srgbClr val="E8BA36"/>
                </a:solidFill>
                <a:effectLst/>
              </a:rPr>
              <a:t>{</a:t>
            </a:r>
            <a:br>
              <a:rPr lang="en-US" altLang="ko-KR" sz="2000" dirty="0">
                <a:solidFill>
                  <a:srgbClr val="E8BA36"/>
                </a:solidFill>
                <a:effectLst/>
              </a:rPr>
            </a:br>
            <a:r>
              <a:rPr lang="en-US" altLang="ko-KR" sz="2000" dirty="0">
                <a:solidFill>
                  <a:srgbClr val="E8BA36"/>
                </a:solidFill>
                <a:effectLst/>
              </a:rPr>
              <a:t>    </a:t>
            </a:r>
            <a:r>
              <a:rPr lang="en-US" altLang="ko-KR" sz="2000" dirty="0">
                <a:solidFill>
                  <a:srgbClr val="47A2ED"/>
                </a:solidFill>
                <a:effectLst/>
              </a:rPr>
              <a:t>public static void </a:t>
            </a:r>
            <a:r>
              <a:rPr lang="en-US" altLang="ko-KR" sz="2000" dirty="0">
                <a:solidFill>
                  <a:srgbClr val="E6E6AA"/>
                </a:solidFill>
                <a:effectLst/>
              </a:rPr>
              <a:t>main</a:t>
            </a:r>
            <a:r>
              <a:rPr lang="en-US" altLang="ko-KR" sz="2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2000" dirty="0">
                <a:solidFill>
                  <a:srgbClr val="47CCB1"/>
                </a:solidFill>
                <a:effectLst/>
              </a:rPr>
              <a:t>String</a:t>
            </a:r>
            <a:r>
              <a:rPr lang="en-US" altLang="ko-KR" sz="2000" dirty="0">
                <a:solidFill>
                  <a:srgbClr val="E8BA36"/>
                </a:solidFill>
                <a:effectLst/>
              </a:rPr>
              <a:t>[] </a:t>
            </a:r>
            <a:r>
              <a:rPr lang="en-US" altLang="ko-KR" sz="2000" dirty="0" err="1">
                <a:solidFill>
                  <a:srgbClr val="94DBFD"/>
                </a:solidFill>
                <a:effectLst/>
              </a:rPr>
              <a:t>args</a:t>
            </a:r>
            <a:r>
              <a:rPr lang="en-US" altLang="ko-KR" sz="2000" dirty="0">
                <a:solidFill>
                  <a:srgbClr val="E8BA36"/>
                </a:solidFill>
                <a:effectLst/>
              </a:rPr>
              <a:t>) </a:t>
            </a:r>
            <a:r>
              <a:rPr lang="en-US" altLang="ko-KR" sz="2000" dirty="0">
                <a:solidFill>
                  <a:srgbClr val="54A857"/>
                </a:solidFill>
                <a:effectLst/>
              </a:rPr>
              <a:t>{</a:t>
            </a:r>
            <a:br>
              <a:rPr lang="en-US" altLang="ko-KR" sz="2000" dirty="0">
                <a:solidFill>
                  <a:srgbClr val="54A857"/>
                </a:solidFill>
                <a:effectLst/>
              </a:rPr>
            </a:br>
            <a:r>
              <a:rPr lang="en-US" altLang="ko-KR" sz="2000" dirty="0">
                <a:solidFill>
                  <a:srgbClr val="54A857"/>
                </a:solidFill>
                <a:effectLst/>
              </a:rPr>
              <a:t>        </a:t>
            </a:r>
            <a:r>
              <a:rPr lang="en-US" altLang="ko-KR" sz="2000" dirty="0">
                <a:solidFill>
                  <a:srgbClr val="CC85C6"/>
                </a:solidFill>
                <a:effectLst/>
              </a:rPr>
              <a:t>new </a:t>
            </a:r>
            <a:r>
              <a:rPr lang="en-US" altLang="ko-KR" sz="2000" dirty="0">
                <a:solidFill>
                  <a:srgbClr val="E6E6AA"/>
                </a:solidFill>
                <a:effectLst/>
              </a:rPr>
              <a:t>Note</a:t>
            </a:r>
            <a:r>
              <a:rPr lang="en-US" altLang="ko-KR" sz="20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2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2000" dirty="0">
                <a:solidFill>
                  <a:srgbClr val="D4D4D4"/>
                </a:solidFill>
                <a:effectLst/>
              </a:rPr>
            </a:br>
            <a:r>
              <a:rPr lang="en-US" altLang="ko-KR" sz="20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2000" dirty="0">
                <a:solidFill>
                  <a:srgbClr val="54A857"/>
                </a:solidFill>
                <a:effectLst/>
              </a:rPr>
              <a:t>}</a:t>
            </a:r>
            <a:br>
              <a:rPr lang="en-US" altLang="ko-KR" sz="2000" dirty="0">
                <a:solidFill>
                  <a:srgbClr val="54A857"/>
                </a:solidFill>
                <a:effectLst/>
              </a:rPr>
            </a:br>
            <a:r>
              <a:rPr lang="en-US" altLang="ko-KR" sz="2000" dirty="0">
                <a:solidFill>
                  <a:srgbClr val="E8BA36"/>
                </a:solidFill>
                <a:effectLst/>
              </a:rPr>
              <a:t>}</a:t>
            </a:r>
            <a:endParaRPr lang="en-US" altLang="ko-KR" sz="2000" dirty="0">
              <a:solidFill>
                <a:srgbClr val="D4D4D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08246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0916B6-4A84-AF7F-C2E2-7F699266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35" y="1143000"/>
            <a:ext cx="3285045" cy="4572000"/>
          </a:xfrm>
        </p:spPr>
        <p:txBody>
          <a:bodyPr anchor="ctr">
            <a:normAutofit/>
          </a:bodyPr>
          <a:lstStyle/>
          <a:p>
            <a:pPr algn="r"/>
            <a:r>
              <a:rPr kumimoji="1" lang="en-US" altLang="ko-KR" dirty="0"/>
              <a:t>Package</a:t>
            </a:r>
            <a:br>
              <a:rPr kumimoji="1" lang="en-US" altLang="ko-KR" dirty="0"/>
            </a:br>
            <a:r>
              <a:rPr kumimoji="1" lang="en-US" altLang="ko-KR" dirty="0" err="1"/>
              <a:t>wordNote</a:t>
            </a:r>
            <a:br>
              <a:rPr kumimoji="1" lang="en-US" altLang="ko-KR" dirty="0"/>
            </a:br>
            <a:r>
              <a:rPr kumimoji="1" lang="en-US" altLang="ko-KR" dirty="0"/>
              <a:t>Words Class</a:t>
            </a:r>
            <a:endParaRPr kumimoji="1" lang="ko-KR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08320" y="-1"/>
            <a:ext cx="54864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C7143E-7EEB-B36D-3E6C-A7C47DBA7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9369" y="1143000"/>
            <a:ext cx="5876395" cy="4572000"/>
          </a:xfrm>
        </p:spPr>
        <p:txBody>
          <a:bodyPr anchor="ctr">
            <a:normAutofit/>
          </a:bodyPr>
          <a:lstStyle/>
          <a:p>
            <a:r>
              <a:rPr lang="en-US" altLang="ko-KR" sz="1400" dirty="0">
                <a:solidFill>
                  <a:srgbClr val="47A2ED"/>
                </a:solidFill>
                <a:effectLst/>
              </a:rPr>
              <a:t>package </a:t>
            </a:r>
            <a:r>
              <a:rPr lang="en-US" altLang="ko-KR" sz="1400" dirty="0" err="1">
                <a:solidFill>
                  <a:srgbClr val="47CCB1"/>
                </a:solidFill>
                <a:effectLst/>
              </a:rPr>
              <a:t>wordNote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400" dirty="0">
                <a:solidFill>
                  <a:srgbClr val="D4D4D4"/>
                </a:solidFill>
                <a:effectLst/>
              </a:rPr>
            </a:br>
            <a:br>
              <a:rPr lang="en-US" altLang="ko-KR" sz="1400" dirty="0">
                <a:solidFill>
                  <a:srgbClr val="D4D4D4"/>
                </a:solidFill>
                <a:effectLst/>
              </a:rPr>
            </a:br>
            <a:r>
              <a:rPr lang="en-US" altLang="ko-KR" sz="1400" dirty="0">
                <a:solidFill>
                  <a:srgbClr val="47A2ED"/>
                </a:solidFill>
                <a:effectLst/>
              </a:rPr>
              <a:t>public class </a:t>
            </a:r>
            <a:r>
              <a:rPr lang="en-US" altLang="ko-KR" sz="1400" dirty="0">
                <a:solidFill>
                  <a:srgbClr val="47CCB1"/>
                </a:solidFill>
                <a:effectLst/>
              </a:rPr>
              <a:t>Words </a:t>
            </a:r>
            <a:r>
              <a:rPr lang="en-US" altLang="ko-KR" sz="1400" dirty="0">
                <a:solidFill>
                  <a:srgbClr val="E8BA36"/>
                </a:solidFill>
                <a:effectLst/>
              </a:rPr>
              <a:t>{</a:t>
            </a:r>
            <a:br>
              <a:rPr lang="en-US" altLang="ko-KR" sz="1400" dirty="0">
                <a:solidFill>
                  <a:srgbClr val="E8BA36"/>
                </a:solidFill>
                <a:effectLst/>
              </a:rPr>
            </a:br>
            <a:r>
              <a:rPr lang="en-US" altLang="ko-KR" sz="1400" dirty="0">
                <a:solidFill>
                  <a:srgbClr val="E8BA36"/>
                </a:solidFill>
                <a:effectLst/>
              </a:rPr>
              <a:t>    </a:t>
            </a:r>
            <a:r>
              <a:rPr lang="en-US" altLang="ko-KR" sz="14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1400" dirty="0">
                <a:solidFill>
                  <a:srgbClr val="8CD7FF"/>
                </a:solidFill>
                <a:effectLst/>
              </a:rPr>
              <a:t>stage 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400" dirty="0">
                <a:solidFill>
                  <a:srgbClr val="B4CDA8"/>
                </a:solidFill>
                <a:effectLst/>
              </a:rPr>
              <a:t>0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400" dirty="0">
                <a:solidFill>
                  <a:srgbClr val="D4D4D4"/>
                </a:solidFill>
                <a:effectLst/>
              </a:rPr>
            </a:br>
            <a:r>
              <a:rPr lang="en-US" altLang="ko-KR" sz="14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400" dirty="0">
                <a:solidFill>
                  <a:srgbClr val="47CCB1"/>
                </a:solidFill>
                <a:effectLst/>
              </a:rPr>
              <a:t>String </a:t>
            </a:r>
            <a:r>
              <a:rPr lang="en-US" altLang="ko-KR" sz="1400" dirty="0" err="1">
                <a:solidFill>
                  <a:srgbClr val="8CD7FF"/>
                </a:solidFill>
                <a:effectLst/>
              </a:rPr>
              <a:t>krWord</a:t>
            </a:r>
            <a:r>
              <a:rPr lang="en-US" altLang="ko-KR" sz="1400" dirty="0">
                <a:solidFill>
                  <a:srgbClr val="8CD7FF"/>
                </a:solidFill>
                <a:effectLst/>
              </a:rPr>
              <a:t> 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4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400" dirty="0">
                <a:solidFill>
                  <a:srgbClr val="D4D4D4"/>
                </a:solidFill>
                <a:effectLst/>
              </a:rPr>
            </a:br>
            <a:r>
              <a:rPr lang="en-US" altLang="ko-KR" sz="14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400" dirty="0">
                <a:solidFill>
                  <a:srgbClr val="47CCB1"/>
                </a:solidFill>
                <a:effectLst/>
              </a:rPr>
              <a:t>String </a:t>
            </a:r>
            <a:r>
              <a:rPr lang="en-US" altLang="ko-KR" sz="1400" dirty="0" err="1">
                <a:solidFill>
                  <a:srgbClr val="8CD7FF"/>
                </a:solidFill>
                <a:effectLst/>
              </a:rPr>
              <a:t>engWord</a:t>
            </a:r>
            <a:r>
              <a:rPr lang="en-US" altLang="ko-KR" sz="1400" dirty="0">
                <a:solidFill>
                  <a:srgbClr val="8CD7FF"/>
                </a:solidFill>
                <a:effectLst/>
              </a:rPr>
              <a:t> 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4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400" dirty="0">
                <a:solidFill>
                  <a:srgbClr val="D4D4D4"/>
                </a:solidFill>
                <a:effectLst/>
              </a:rPr>
            </a:br>
            <a:r>
              <a:rPr lang="en-US" altLang="ko-KR" sz="14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400" dirty="0">
                <a:solidFill>
                  <a:srgbClr val="47A2ED"/>
                </a:solidFill>
                <a:effectLst/>
              </a:rPr>
              <a:t>public void </a:t>
            </a:r>
            <a:r>
              <a:rPr lang="en-US" altLang="ko-KR" sz="1400" dirty="0" err="1">
                <a:solidFill>
                  <a:srgbClr val="E6E6AA"/>
                </a:solidFill>
                <a:effectLst/>
              </a:rPr>
              <a:t>prt</a:t>
            </a:r>
            <a:r>
              <a:rPr lang="en-US" altLang="ko-KR" sz="14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1400" dirty="0">
                <a:solidFill>
                  <a:srgbClr val="54A857"/>
                </a:solidFill>
                <a:effectLst/>
              </a:rPr>
              <a:t>{</a:t>
            </a:r>
            <a:br>
              <a:rPr lang="en-US" altLang="ko-KR" sz="1400" dirty="0">
                <a:solidFill>
                  <a:srgbClr val="54A857"/>
                </a:solidFill>
                <a:effectLst/>
              </a:rPr>
            </a:br>
            <a:r>
              <a:rPr lang="en-US" altLang="ko-KR" sz="1400" dirty="0">
                <a:solidFill>
                  <a:srgbClr val="54A857"/>
                </a:solidFill>
                <a:effectLst/>
              </a:rPr>
              <a:t>        </a:t>
            </a:r>
            <a:r>
              <a:rPr lang="en-US" altLang="ko-KR" sz="14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4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4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4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4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4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400" dirty="0">
                <a:solidFill>
                  <a:srgbClr val="CD9069"/>
                </a:solidFill>
                <a:effectLst/>
              </a:rPr>
              <a:t>"======================="</a:t>
            </a:r>
            <a:r>
              <a:rPr lang="en-US" altLang="ko-KR" sz="14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400" dirty="0">
                <a:solidFill>
                  <a:srgbClr val="D4D4D4"/>
                </a:solidFill>
                <a:effectLst/>
              </a:rPr>
            </a:br>
            <a:r>
              <a:rPr lang="en-US" altLang="ko-KR" sz="14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4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4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4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4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4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4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400" dirty="0">
                <a:solidFill>
                  <a:srgbClr val="CD9069"/>
                </a:solidFill>
                <a:effectLst/>
              </a:rPr>
              <a:t>" LEVEL   &gt;&gt; [ </a:t>
            </a:r>
            <a:r>
              <a:rPr lang="en-US" altLang="ko-KR" sz="1400" dirty="0" err="1">
                <a:solidFill>
                  <a:srgbClr val="CD9069"/>
                </a:solidFill>
                <a:effectLst/>
              </a:rPr>
              <a:t>Lv</a:t>
            </a:r>
            <a:r>
              <a:rPr lang="en-US" altLang="ko-KR" sz="1400" dirty="0">
                <a:solidFill>
                  <a:srgbClr val="CD9069"/>
                </a:solidFill>
                <a:effectLst/>
              </a:rPr>
              <a:t> " 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+ </a:t>
            </a:r>
            <a:r>
              <a:rPr lang="en-US" altLang="ko-KR" sz="1400" dirty="0">
                <a:solidFill>
                  <a:srgbClr val="8CD7FF"/>
                </a:solidFill>
                <a:effectLst/>
              </a:rPr>
              <a:t>stage 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+ </a:t>
            </a:r>
            <a:r>
              <a:rPr lang="en-US" altLang="ko-KR" sz="1400" dirty="0">
                <a:solidFill>
                  <a:srgbClr val="CD9069"/>
                </a:solidFill>
                <a:effectLst/>
              </a:rPr>
              <a:t>" ]"</a:t>
            </a:r>
            <a:r>
              <a:rPr lang="en-US" altLang="ko-KR" sz="14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400" dirty="0">
                <a:solidFill>
                  <a:srgbClr val="D4D4D4"/>
                </a:solidFill>
                <a:effectLst/>
              </a:rPr>
            </a:br>
            <a:r>
              <a:rPr lang="en-US" altLang="ko-KR" sz="14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4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4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4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4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4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4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400" dirty="0">
                <a:solidFill>
                  <a:srgbClr val="CD9069"/>
                </a:solidFill>
                <a:effectLst/>
              </a:rPr>
              <a:t>" KOREA   &gt;&gt; " 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+ </a:t>
            </a:r>
            <a:r>
              <a:rPr lang="en-US" altLang="ko-KR" sz="1400" dirty="0" err="1">
                <a:solidFill>
                  <a:srgbClr val="8CD7FF"/>
                </a:solidFill>
                <a:effectLst/>
              </a:rPr>
              <a:t>krWord</a:t>
            </a:r>
            <a:r>
              <a:rPr lang="en-US" altLang="ko-KR" sz="14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400" dirty="0">
                <a:solidFill>
                  <a:srgbClr val="D4D4D4"/>
                </a:solidFill>
                <a:effectLst/>
              </a:rPr>
            </a:br>
            <a:r>
              <a:rPr lang="en-US" altLang="ko-KR" sz="14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4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4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4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4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4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4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400" dirty="0">
                <a:solidFill>
                  <a:srgbClr val="CD9069"/>
                </a:solidFill>
                <a:effectLst/>
              </a:rPr>
              <a:t>" ENGLISH &gt;&gt; " 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+ </a:t>
            </a:r>
            <a:r>
              <a:rPr lang="en-US" altLang="ko-KR" sz="1400" dirty="0" err="1">
                <a:solidFill>
                  <a:srgbClr val="8CD7FF"/>
                </a:solidFill>
                <a:effectLst/>
              </a:rPr>
              <a:t>engWord</a:t>
            </a:r>
            <a:r>
              <a:rPr lang="en-US" altLang="ko-KR" sz="14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4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400" dirty="0">
                <a:solidFill>
                  <a:srgbClr val="D4D4D4"/>
                </a:solidFill>
                <a:effectLst/>
              </a:rPr>
            </a:br>
            <a:r>
              <a:rPr lang="en-US" altLang="ko-KR" sz="14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400" dirty="0">
                <a:solidFill>
                  <a:srgbClr val="54A857"/>
                </a:solidFill>
                <a:effectLst/>
              </a:rPr>
              <a:t>}</a:t>
            </a:r>
            <a:br>
              <a:rPr lang="en-US" altLang="ko-KR" sz="1400" dirty="0">
                <a:solidFill>
                  <a:srgbClr val="54A857"/>
                </a:solidFill>
                <a:effectLst/>
              </a:rPr>
            </a:br>
            <a:r>
              <a:rPr lang="en-US" altLang="ko-KR" sz="1400" dirty="0">
                <a:solidFill>
                  <a:srgbClr val="E8BA36"/>
                </a:solidFill>
                <a:effectLst/>
              </a:rPr>
              <a:t>}</a:t>
            </a:r>
            <a:br>
              <a:rPr lang="en-US" altLang="ko-KR" sz="1400" dirty="0">
                <a:solidFill>
                  <a:srgbClr val="E8BA36"/>
                </a:solidFill>
                <a:effectLst/>
              </a:rPr>
            </a:br>
            <a:endParaRPr lang="en-US" altLang="ko-KR" sz="1400" dirty="0">
              <a:solidFill>
                <a:srgbClr val="D4D4D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82788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0916B6-4A84-AF7F-C2E2-7F699266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35" y="1143000"/>
            <a:ext cx="3285045" cy="4572000"/>
          </a:xfrm>
        </p:spPr>
        <p:txBody>
          <a:bodyPr anchor="ctr">
            <a:normAutofit/>
          </a:bodyPr>
          <a:lstStyle/>
          <a:p>
            <a:pPr algn="r"/>
            <a:r>
              <a:rPr kumimoji="1" lang="en-US" altLang="ko-KR" dirty="0"/>
              <a:t>Package</a:t>
            </a:r>
            <a:br>
              <a:rPr kumimoji="1" lang="en-US" altLang="ko-KR" dirty="0"/>
            </a:br>
            <a:r>
              <a:rPr kumimoji="1" lang="en-US" altLang="ko-KR" dirty="0" err="1"/>
              <a:t>wordNote</a:t>
            </a:r>
            <a:br>
              <a:rPr kumimoji="1" lang="en-US" altLang="ko-KR" dirty="0"/>
            </a:br>
            <a:r>
              <a:rPr kumimoji="1" lang="en-US" altLang="ko-KR" dirty="0"/>
              <a:t>Functions Class</a:t>
            </a:r>
            <a:br>
              <a:rPr kumimoji="1" lang="en-US" altLang="ko-KR" dirty="0"/>
            </a:br>
            <a:r>
              <a:rPr kumimoji="1" lang="en-US" altLang="ko-KR" dirty="0"/>
              <a:t>(1/3)</a:t>
            </a:r>
            <a:endParaRPr kumimoji="1" lang="ko-KR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08320" y="-1"/>
            <a:ext cx="54864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C7143E-7EEB-B36D-3E6C-A7C47DBA7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7689" y="-2"/>
            <a:ext cx="5917676" cy="6857999"/>
          </a:xfrm>
        </p:spPr>
        <p:txBody>
          <a:bodyPr anchor="ctr">
            <a:normAutofit fontScale="92500"/>
          </a:bodyPr>
          <a:lstStyle/>
          <a:p>
            <a:r>
              <a:rPr lang="en-US" altLang="ko-KR" sz="900" dirty="0">
                <a:solidFill>
                  <a:srgbClr val="47A2ED"/>
                </a:solidFill>
                <a:effectLst/>
              </a:rPr>
              <a:t>package </a:t>
            </a:r>
            <a:r>
              <a:rPr lang="en-US" altLang="ko-KR" sz="900" dirty="0" err="1">
                <a:solidFill>
                  <a:srgbClr val="47CCB1"/>
                </a:solidFill>
                <a:effectLst/>
              </a:rPr>
              <a:t>wordNote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47A2ED"/>
                </a:solidFill>
                <a:effectLst/>
              </a:rPr>
              <a:t>import </a:t>
            </a:r>
            <a:r>
              <a:rPr lang="en-US" altLang="ko-KR" sz="900" dirty="0" err="1">
                <a:solidFill>
                  <a:srgbClr val="47CCB1"/>
                </a:solidFill>
                <a:effectLst/>
              </a:rPr>
              <a:t>java.util.Scanner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47A2ED"/>
                </a:solidFill>
                <a:effectLst/>
              </a:rPr>
              <a:t>public class </a:t>
            </a:r>
            <a:r>
              <a:rPr lang="en-US" altLang="ko-KR" sz="900" dirty="0">
                <a:solidFill>
                  <a:srgbClr val="47CCB1"/>
                </a:solidFill>
                <a:effectLst/>
              </a:rPr>
              <a:t>Functions 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{</a:t>
            </a:r>
            <a:br>
              <a:rPr lang="en-US" altLang="ko-KR" sz="900" dirty="0">
                <a:solidFill>
                  <a:srgbClr val="E8BA36"/>
                </a:solidFill>
                <a:effectLst/>
              </a:rPr>
            </a:br>
            <a:r>
              <a:rPr lang="en-US" altLang="ko-KR" sz="900" dirty="0">
                <a:solidFill>
                  <a:srgbClr val="E8BA36"/>
                </a:solidFill>
                <a:effectLst/>
              </a:rPr>
              <a:t>    </a:t>
            </a:r>
            <a:r>
              <a:rPr lang="en-US" altLang="ko-KR" sz="900" dirty="0">
                <a:solidFill>
                  <a:srgbClr val="47CCB1"/>
                </a:solidFill>
                <a:effectLst/>
              </a:rPr>
              <a:t>Scanner </a:t>
            </a:r>
            <a:r>
              <a:rPr lang="en-US" altLang="ko-KR" sz="900" dirty="0">
                <a:solidFill>
                  <a:srgbClr val="8CD7FF"/>
                </a:solidFill>
                <a:effectLst/>
              </a:rPr>
              <a:t>in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new </a:t>
            </a:r>
            <a:r>
              <a:rPr lang="en-US" altLang="ko-KR" sz="900" dirty="0">
                <a:solidFill>
                  <a:srgbClr val="E6E6AA"/>
                </a:solidFill>
                <a:effectLst/>
              </a:rPr>
              <a:t>Scanner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9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b="1" i="1" dirty="0" err="1">
                <a:solidFill>
                  <a:srgbClr val="4FC1FF"/>
                </a:solidFill>
                <a:effectLst/>
              </a:rPr>
              <a:t>in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900" dirty="0">
                <a:solidFill>
                  <a:srgbClr val="47A2ED"/>
                </a:solidFill>
                <a:effectLst/>
              </a:rPr>
              <a:t>public void 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loopFnc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47CCB1"/>
                </a:solidFill>
                <a:effectLst/>
              </a:rPr>
              <a:t>Words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[] 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) 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{</a:t>
            </a:r>
            <a:br>
              <a:rPr lang="en-US" altLang="ko-KR" sz="900" dirty="0">
                <a:solidFill>
                  <a:srgbClr val="54A857"/>
                </a:solidFill>
                <a:effectLst/>
              </a:rPr>
            </a:br>
            <a:r>
              <a:rPr lang="en-US" altLang="ko-KR" sz="900" dirty="0">
                <a:solidFill>
                  <a:srgbClr val="54A857"/>
                </a:solidFill>
                <a:effectLst/>
              </a:rPr>
              <a:t>        </a:t>
            </a:r>
            <a:r>
              <a:rPr lang="en-US" altLang="ko-KR" sz="9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 1 : Level , 2 : </a:t>
            </a:r>
            <a:r>
              <a:rPr lang="ko-KR" altLang="en-US" sz="9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한글 단어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, 3 : </a:t>
            </a:r>
            <a:r>
              <a:rPr lang="ko-KR" altLang="en-US" sz="9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영어 단어</a:t>
            </a:r>
            <a:r>
              <a:rPr lang="ko-KR" altLang="en-US" sz="9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9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 </a:t>
            </a:r>
            <a:r>
              <a:rPr lang="ko-KR" altLang="en-US" sz="9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메뉴 번호 입력</a:t>
            </a:r>
            <a:r>
              <a:rPr lang="ko-KR" altLang="en-US" sz="9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&gt;&gt; "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9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choice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9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nextInt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9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switch 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choice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) </a:t>
            </a:r>
            <a:r>
              <a:rPr lang="en-US" altLang="ko-KR" sz="900" dirty="0">
                <a:solidFill>
                  <a:srgbClr val="359FF4"/>
                </a:solidFill>
                <a:effectLst/>
              </a:rPr>
              <a:t>{</a:t>
            </a:r>
            <a:br>
              <a:rPr lang="en-US" altLang="ko-KR" sz="900" dirty="0">
                <a:solidFill>
                  <a:srgbClr val="359FF4"/>
                </a:solidFill>
                <a:effectLst/>
              </a:rPr>
            </a:br>
            <a:r>
              <a:rPr lang="en-US" altLang="ko-KR" sz="900" dirty="0">
                <a:solidFill>
                  <a:srgbClr val="359FF4"/>
                </a:solidFill>
                <a:effectLst/>
              </a:rPr>
              <a:t>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900" dirty="0">
                <a:solidFill>
                  <a:srgbClr val="B4CDA8"/>
                </a:solidFill>
                <a:effectLst/>
              </a:rPr>
              <a:t>1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: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9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원하는</a:t>
            </a:r>
            <a:r>
              <a:rPr lang="ko-KR" altLang="en-US" sz="9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Level</a:t>
            </a:r>
            <a:r>
              <a:rPr lang="ko-KR" altLang="en-US" sz="9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을 입력하세요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 </a:t>
            </a:r>
            <a:r>
              <a:rPr lang="ko-KR" altLang="en-US" sz="9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레벨 입력</a:t>
            </a:r>
            <a:r>
              <a:rPr lang="ko-KR" altLang="en-US" sz="9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&gt;&gt; "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level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9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nextInt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for 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900" dirty="0">
                <a:solidFill>
                  <a:srgbClr val="B4CDA8"/>
                </a:solidFill>
                <a:effectLst/>
              </a:rPr>
              <a:t>0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&lt;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i="1" dirty="0" err="1">
                <a:solidFill>
                  <a:srgbClr val="4FC1FF"/>
                </a:solidFill>
                <a:effectLst/>
              </a:rPr>
              <a:t>length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++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) </a:t>
            </a:r>
            <a:r>
              <a:rPr lang="en-US" altLang="ko-KR" sz="900" dirty="0">
                <a:solidFill>
                  <a:srgbClr val="6E7ED9"/>
                </a:solidFill>
                <a:effectLst/>
              </a:rPr>
              <a:t>{</a:t>
            </a:r>
            <a:br>
              <a:rPr lang="en-US" altLang="ko-KR" sz="900" dirty="0">
                <a:solidFill>
                  <a:srgbClr val="6E7ED9"/>
                </a:solidFill>
                <a:effectLst/>
              </a:rPr>
            </a:br>
            <a:r>
              <a:rPr lang="en-US" altLang="ko-KR" sz="900" dirty="0">
                <a:solidFill>
                  <a:srgbClr val="6E7ED9"/>
                </a:solidFill>
                <a:effectLst/>
              </a:rPr>
              <a:t>        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900" dirty="0">
                <a:solidFill>
                  <a:srgbClr val="359FF4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]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!= </a:t>
            </a:r>
            <a:r>
              <a:rPr lang="en-US" altLang="ko-KR" sz="9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900" dirty="0">
                <a:solidFill>
                  <a:srgbClr val="359FF4"/>
                </a:solidFill>
                <a:effectLst/>
              </a:rPr>
              <a:t>) 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{</a:t>
            </a:r>
            <a:br>
              <a:rPr lang="en-US" altLang="ko-KR" sz="900" dirty="0">
                <a:solidFill>
                  <a:srgbClr val="179387"/>
                </a:solidFill>
                <a:effectLst/>
              </a:rPr>
            </a:br>
            <a:r>
              <a:rPr lang="en-US" altLang="ko-KR" sz="900" dirty="0">
                <a:solidFill>
                  <a:srgbClr val="179387"/>
                </a:solidFill>
                <a:effectLst/>
              </a:rPr>
              <a:t>            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900" dirty="0">
                <a:solidFill>
                  <a:srgbClr val="6E7ED9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>
                <a:solidFill>
                  <a:srgbClr val="8CD7FF"/>
                </a:solidFill>
                <a:effectLst/>
              </a:rPr>
              <a:t>stage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== 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level</a:t>
            </a:r>
            <a:r>
              <a:rPr lang="en-US" altLang="ko-KR" sz="900" dirty="0">
                <a:solidFill>
                  <a:srgbClr val="6E7ED9"/>
                </a:solidFill>
                <a:effectLst/>
              </a:rPr>
              <a:t>) 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prt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()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    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}</a:t>
            </a:r>
            <a:br>
              <a:rPr lang="en-US" altLang="ko-KR" sz="900" dirty="0">
                <a:solidFill>
                  <a:srgbClr val="179387"/>
                </a:solidFill>
                <a:effectLst/>
              </a:rPr>
            </a:br>
            <a:r>
              <a:rPr lang="en-US" altLang="ko-KR" sz="900" dirty="0">
                <a:solidFill>
                  <a:srgbClr val="179387"/>
                </a:solidFill>
                <a:effectLst/>
              </a:rPr>
              <a:t>                </a:t>
            </a:r>
            <a:r>
              <a:rPr lang="en-US" altLang="ko-KR" sz="900" dirty="0">
                <a:solidFill>
                  <a:srgbClr val="6E7ED9"/>
                </a:solidFill>
                <a:effectLst/>
              </a:rPr>
              <a:t>}</a:t>
            </a:r>
            <a:br>
              <a:rPr lang="en-US" altLang="ko-KR" sz="900" dirty="0">
                <a:solidFill>
                  <a:srgbClr val="6E7ED9"/>
                </a:solidFill>
                <a:effectLst/>
              </a:rPr>
            </a:br>
            <a:r>
              <a:rPr lang="en-US" altLang="ko-KR" sz="900" dirty="0">
                <a:solidFill>
                  <a:srgbClr val="6E7ED9"/>
                </a:solidFill>
                <a:effectLst/>
              </a:rPr>
              <a:t>    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900" dirty="0">
                <a:solidFill>
                  <a:srgbClr val="B4CDA8"/>
                </a:solidFill>
                <a:effectLst/>
              </a:rPr>
              <a:t>2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: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9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원하는 한글 단어를 입력하세요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 </a:t>
            </a:r>
            <a:r>
              <a:rPr lang="ko-KR" altLang="en-US" sz="9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한글 단어 입력</a:t>
            </a:r>
            <a:r>
              <a:rPr lang="ko-KR" altLang="en-US" sz="9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&gt;&gt; "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>
                <a:solidFill>
                  <a:srgbClr val="47CCB1"/>
                </a:solidFill>
                <a:effectLst/>
              </a:rPr>
              <a:t>String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korTmp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9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for 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900" dirty="0">
                <a:solidFill>
                  <a:srgbClr val="B4CDA8"/>
                </a:solidFill>
                <a:effectLst/>
              </a:rPr>
              <a:t>0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&lt;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i="1" dirty="0" err="1">
                <a:solidFill>
                  <a:srgbClr val="4FC1FF"/>
                </a:solidFill>
                <a:effectLst/>
              </a:rPr>
              <a:t>length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++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) </a:t>
            </a:r>
            <a:r>
              <a:rPr lang="en-US" altLang="ko-KR" sz="900" dirty="0">
                <a:solidFill>
                  <a:srgbClr val="6E7ED9"/>
                </a:solidFill>
                <a:effectLst/>
              </a:rPr>
              <a:t>{</a:t>
            </a:r>
            <a:br>
              <a:rPr lang="en-US" altLang="ko-KR" sz="900" dirty="0">
                <a:solidFill>
                  <a:srgbClr val="6E7ED9"/>
                </a:solidFill>
                <a:effectLst/>
              </a:rPr>
            </a:br>
            <a:r>
              <a:rPr lang="en-US" altLang="ko-KR" sz="900" dirty="0">
                <a:solidFill>
                  <a:srgbClr val="6E7ED9"/>
                </a:solidFill>
                <a:effectLst/>
              </a:rPr>
              <a:t>        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900" dirty="0">
                <a:solidFill>
                  <a:srgbClr val="359FF4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]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!= </a:t>
            </a:r>
            <a:r>
              <a:rPr lang="en-US" altLang="ko-KR" sz="9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900" dirty="0">
                <a:solidFill>
                  <a:srgbClr val="359FF4"/>
                </a:solidFill>
                <a:effectLst/>
              </a:rPr>
              <a:t>) 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{</a:t>
            </a:r>
            <a:br>
              <a:rPr lang="en-US" altLang="ko-KR" sz="900" dirty="0">
                <a:solidFill>
                  <a:srgbClr val="179387"/>
                </a:solidFill>
                <a:effectLst/>
              </a:rPr>
            </a:br>
            <a:r>
              <a:rPr lang="en-US" altLang="ko-KR" sz="900" dirty="0">
                <a:solidFill>
                  <a:srgbClr val="179387"/>
                </a:solidFill>
                <a:effectLst/>
              </a:rPr>
              <a:t>            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900" dirty="0">
                <a:solidFill>
                  <a:srgbClr val="6E7ED9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8CD7FF"/>
                </a:solidFill>
                <a:effectLst/>
              </a:rPr>
              <a:t>krWord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equals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(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korTmp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)</a:t>
            </a:r>
            <a:r>
              <a:rPr lang="en-US" altLang="ko-KR" sz="900" dirty="0">
                <a:solidFill>
                  <a:srgbClr val="6E7ED9"/>
                </a:solidFill>
                <a:effectLst/>
              </a:rPr>
              <a:t>) 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prt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()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    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}</a:t>
            </a:r>
            <a:br>
              <a:rPr lang="en-US" altLang="ko-KR" sz="900" dirty="0">
                <a:solidFill>
                  <a:srgbClr val="179387"/>
                </a:solidFill>
                <a:effectLst/>
              </a:rPr>
            </a:br>
            <a:r>
              <a:rPr lang="en-US" altLang="ko-KR" sz="900" dirty="0">
                <a:solidFill>
                  <a:srgbClr val="179387"/>
                </a:solidFill>
                <a:effectLst/>
              </a:rPr>
              <a:t>                </a:t>
            </a:r>
            <a:r>
              <a:rPr lang="en-US" altLang="ko-KR" sz="900" dirty="0">
                <a:solidFill>
                  <a:srgbClr val="6E7ED9"/>
                </a:solidFill>
                <a:effectLst/>
              </a:rPr>
              <a:t>}</a:t>
            </a:r>
            <a:br>
              <a:rPr lang="en-US" altLang="ko-KR" sz="900" dirty="0">
                <a:solidFill>
                  <a:srgbClr val="6E7ED9"/>
                </a:solidFill>
                <a:effectLst/>
              </a:rPr>
            </a:br>
            <a:r>
              <a:rPr lang="en-US" altLang="ko-KR" sz="900" dirty="0">
                <a:solidFill>
                  <a:srgbClr val="6E7ED9"/>
                </a:solidFill>
                <a:effectLst/>
              </a:rPr>
              <a:t>    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900" dirty="0">
                <a:solidFill>
                  <a:srgbClr val="B4CDA8"/>
                </a:solidFill>
                <a:effectLst/>
              </a:rPr>
              <a:t>3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: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9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원하 영어 단어를 입력하세요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 </a:t>
            </a:r>
            <a:r>
              <a:rPr lang="ko-KR" altLang="en-US" sz="9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영어 단어 입력</a:t>
            </a:r>
            <a:r>
              <a:rPr lang="ko-KR" altLang="en-US" sz="9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&gt;&gt; "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>
                <a:solidFill>
                  <a:srgbClr val="47CCB1"/>
                </a:solidFill>
                <a:effectLst/>
              </a:rPr>
              <a:t>String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eng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9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toLowerCase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for 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900" dirty="0">
                <a:solidFill>
                  <a:srgbClr val="B4CDA8"/>
                </a:solidFill>
                <a:effectLst/>
              </a:rPr>
              <a:t>0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&lt;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i="1" dirty="0" err="1">
                <a:solidFill>
                  <a:srgbClr val="4FC1FF"/>
                </a:solidFill>
                <a:effectLst/>
              </a:rPr>
              <a:t>length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++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) </a:t>
            </a:r>
            <a:r>
              <a:rPr lang="en-US" altLang="ko-KR" sz="900" dirty="0">
                <a:solidFill>
                  <a:srgbClr val="6E7ED9"/>
                </a:solidFill>
                <a:effectLst/>
              </a:rPr>
              <a:t>{</a:t>
            </a:r>
            <a:br>
              <a:rPr lang="en-US" altLang="ko-KR" sz="900" dirty="0">
                <a:solidFill>
                  <a:srgbClr val="6E7ED9"/>
                </a:solidFill>
                <a:effectLst/>
              </a:rPr>
            </a:br>
            <a:r>
              <a:rPr lang="en-US" altLang="ko-KR" sz="900" dirty="0">
                <a:solidFill>
                  <a:srgbClr val="6E7ED9"/>
                </a:solidFill>
                <a:effectLst/>
              </a:rPr>
              <a:t>        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900" dirty="0">
                <a:solidFill>
                  <a:srgbClr val="359FF4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] 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!= </a:t>
            </a:r>
            <a:r>
              <a:rPr lang="en-US" altLang="ko-KR" sz="9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900" dirty="0">
                <a:solidFill>
                  <a:srgbClr val="359FF4"/>
                </a:solidFill>
                <a:effectLst/>
              </a:rPr>
              <a:t>) 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{</a:t>
            </a:r>
            <a:br>
              <a:rPr lang="en-US" altLang="ko-KR" sz="900" dirty="0">
                <a:solidFill>
                  <a:srgbClr val="179387"/>
                </a:solidFill>
                <a:effectLst/>
              </a:rPr>
            </a:br>
            <a:r>
              <a:rPr lang="en-US" altLang="ko-KR" sz="900" dirty="0">
                <a:solidFill>
                  <a:srgbClr val="179387"/>
                </a:solidFill>
                <a:effectLst/>
              </a:rPr>
              <a:t>            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900" dirty="0">
                <a:solidFill>
                  <a:srgbClr val="6E7ED9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8CD7FF"/>
                </a:solidFill>
                <a:effectLst/>
              </a:rPr>
              <a:t>engWord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toLowerCase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()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>
                <a:solidFill>
                  <a:srgbClr val="E6E6AA"/>
                </a:solidFill>
                <a:effectLst/>
              </a:rPr>
              <a:t>equals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(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eng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)</a:t>
            </a:r>
            <a:r>
              <a:rPr lang="en-US" altLang="ko-KR" sz="900" dirty="0">
                <a:solidFill>
                  <a:srgbClr val="6E7ED9"/>
                </a:solidFill>
                <a:effectLst/>
              </a:rPr>
              <a:t>) </a:t>
            </a:r>
            <a:r>
              <a:rPr lang="en-US" altLang="ko-KR" sz="9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9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9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prt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()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    </a:t>
            </a:r>
            <a:r>
              <a:rPr lang="en-US" altLang="ko-KR" sz="900" dirty="0">
                <a:solidFill>
                  <a:srgbClr val="179387"/>
                </a:solidFill>
                <a:effectLst/>
              </a:rPr>
              <a:t>}</a:t>
            </a:r>
            <a:br>
              <a:rPr lang="en-US" altLang="ko-KR" sz="900" dirty="0">
                <a:solidFill>
                  <a:srgbClr val="179387"/>
                </a:solidFill>
                <a:effectLst/>
              </a:rPr>
            </a:br>
            <a:r>
              <a:rPr lang="en-US" altLang="ko-KR" sz="900" dirty="0">
                <a:solidFill>
                  <a:srgbClr val="179387"/>
                </a:solidFill>
                <a:effectLst/>
              </a:rPr>
              <a:t>                </a:t>
            </a:r>
            <a:r>
              <a:rPr lang="en-US" altLang="ko-KR" sz="900" dirty="0">
                <a:solidFill>
                  <a:srgbClr val="6E7ED9"/>
                </a:solidFill>
                <a:effectLst/>
              </a:rPr>
              <a:t>}</a:t>
            </a:r>
            <a:br>
              <a:rPr lang="en-US" altLang="ko-KR" sz="900" dirty="0">
                <a:solidFill>
                  <a:srgbClr val="6E7ED9"/>
                </a:solidFill>
                <a:effectLst/>
              </a:rPr>
            </a:br>
            <a:r>
              <a:rPr lang="en-US" altLang="ko-KR" sz="900" dirty="0">
                <a:solidFill>
                  <a:srgbClr val="6E7ED9"/>
                </a:solidFill>
                <a:effectLst/>
              </a:rPr>
              <a:t>    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900" dirty="0">
                <a:solidFill>
                  <a:srgbClr val="CC85C6"/>
                </a:solidFill>
                <a:effectLst/>
              </a:rPr>
              <a:t>default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: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9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9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9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9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해당 번호의 메뉴가 없습니다</a:t>
            </a:r>
            <a:r>
              <a:rPr lang="en-US" altLang="ko-KR" sz="9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9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900" dirty="0">
                <a:solidFill>
                  <a:srgbClr val="D4D4D4"/>
                </a:solidFill>
                <a:effectLst/>
              </a:rPr>
            </a:br>
            <a:r>
              <a:rPr lang="en-US" altLang="ko-KR" sz="9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900" dirty="0">
                <a:solidFill>
                  <a:srgbClr val="359FF4"/>
                </a:solidFill>
                <a:effectLst/>
              </a:rPr>
              <a:t>}</a:t>
            </a:r>
            <a:br>
              <a:rPr lang="en-US" altLang="ko-KR" sz="900" dirty="0">
                <a:solidFill>
                  <a:srgbClr val="359FF4"/>
                </a:solidFill>
                <a:effectLst/>
              </a:rPr>
            </a:br>
            <a:r>
              <a:rPr lang="en-US" altLang="ko-KR" sz="900" dirty="0">
                <a:solidFill>
                  <a:srgbClr val="359FF4"/>
                </a:solidFill>
                <a:effectLst/>
              </a:rPr>
              <a:t>    </a:t>
            </a:r>
            <a:r>
              <a:rPr lang="en-US" altLang="ko-KR" sz="900" dirty="0">
                <a:solidFill>
                  <a:srgbClr val="54A857"/>
                </a:solidFill>
                <a:effectLst/>
              </a:rPr>
              <a:t>}</a:t>
            </a:r>
            <a:endParaRPr lang="ko-KR" altLang="en-US" sz="900" dirty="0">
              <a:solidFill>
                <a:srgbClr val="D4D4D4"/>
              </a:solidFill>
              <a:effectLst/>
            </a:endParaRPr>
          </a:p>
          <a:p>
            <a:endParaRPr lang="en-US" altLang="ko-KR" sz="700" dirty="0">
              <a:solidFill>
                <a:srgbClr val="D4D4D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4451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0916B6-4A84-AF7F-C2E2-7F699266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35" y="1143000"/>
            <a:ext cx="3285045" cy="4572000"/>
          </a:xfrm>
        </p:spPr>
        <p:txBody>
          <a:bodyPr anchor="ctr">
            <a:normAutofit/>
          </a:bodyPr>
          <a:lstStyle/>
          <a:p>
            <a:pPr algn="r"/>
            <a:r>
              <a:rPr kumimoji="1" lang="en-US" altLang="ko-KR" dirty="0"/>
              <a:t>Package</a:t>
            </a:r>
            <a:br>
              <a:rPr kumimoji="1" lang="en-US" altLang="ko-KR" dirty="0"/>
            </a:br>
            <a:r>
              <a:rPr kumimoji="1" lang="en-US" altLang="ko-KR" dirty="0" err="1"/>
              <a:t>wordNote</a:t>
            </a:r>
            <a:br>
              <a:rPr kumimoji="1" lang="en-US" altLang="ko-KR" dirty="0"/>
            </a:br>
            <a:r>
              <a:rPr kumimoji="1" lang="en-US" altLang="ko-KR" dirty="0"/>
              <a:t>Functions Class</a:t>
            </a:r>
            <a:br>
              <a:rPr kumimoji="1" lang="en-US" altLang="ko-KR" dirty="0"/>
            </a:br>
            <a:r>
              <a:rPr kumimoji="1" lang="en-US" altLang="ko-KR" dirty="0"/>
              <a:t>(2/3)</a:t>
            </a:r>
            <a:endParaRPr kumimoji="1" lang="ko-KR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08320" y="-1"/>
            <a:ext cx="54864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C7143E-7EEB-B36D-3E6C-A7C47DBA7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3275" y="0"/>
            <a:ext cx="5332090" cy="6857999"/>
          </a:xfrm>
        </p:spPr>
        <p:txBody>
          <a:bodyPr anchor="ctr">
            <a:normAutofit lnSpcReduction="10000"/>
          </a:bodyPr>
          <a:lstStyle/>
          <a:p>
            <a:r>
              <a:rPr lang="en-US" altLang="ko-KR" sz="1100" dirty="0">
                <a:solidFill>
                  <a:srgbClr val="D4D4D4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47A2ED"/>
                </a:solidFill>
                <a:effectLst/>
              </a:rPr>
              <a:t>public </a:t>
            </a:r>
            <a:r>
              <a:rPr lang="en-US" altLang="ko-KR" sz="1100" dirty="0">
                <a:solidFill>
                  <a:srgbClr val="47CCB1"/>
                </a:solidFill>
                <a:effectLst/>
              </a:rPr>
              <a:t>Words 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pickFun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47CCB1"/>
                </a:solidFill>
                <a:effectLst/>
              </a:rPr>
              <a:t>Words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[] 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{</a:t>
            </a:r>
            <a:br>
              <a:rPr lang="en-US" altLang="ko-KR" sz="1100" dirty="0">
                <a:solidFill>
                  <a:srgbClr val="54A857"/>
                </a:solidFill>
                <a:effectLst/>
              </a:rPr>
            </a:br>
            <a:r>
              <a:rPr lang="en-US" altLang="ko-KR" sz="1100" dirty="0">
                <a:solidFill>
                  <a:srgbClr val="54A857"/>
                </a:solidFill>
                <a:effectLst/>
              </a:rPr>
              <a:t>        </a:t>
            </a:r>
            <a:r>
              <a:rPr lang="en-US" altLang="ko-KR" sz="11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 1 : </a:t>
            </a:r>
            <a:r>
              <a:rPr lang="ko-KR" altLang="en-US" sz="11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한글 단어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, 2 : </a:t>
            </a:r>
            <a:r>
              <a:rPr lang="ko-KR" altLang="en-US" sz="11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영어 단어</a:t>
            </a:r>
            <a:r>
              <a:rPr lang="ko-KR" altLang="en-US" sz="11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1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 </a:t>
            </a:r>
            <a:r>
              <a:rPr lang="ko-KR" altLang="en-US" sz="11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메뉴 번호 입력</a:t>
            </a:r>
            <a:r>
              <a:rPr lang="ko-KR" altLang="en-US" sz="11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&gt;&gt; "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1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choice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1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nextInt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1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switch 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choice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) 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{</a:t>
            </a:r>
            <a:br>
              <a:rPr lang="en-US" altLang="ko-KR" sz="1100" dirty="0">
                <a:solidFill>
                  <a:srgbClr val="359FF4"/>
                </a:solidFill>
                <a:effectLst/>
              </a:rPr>
            </a:br>
            <a:r>
              <a:rPr lang="en-US" altLang="ko-KR" sz="1100" dirty="0">
                <a:solidFill>
                  <a:srgbClr val="359FF4"/>
                </a:solidFill>
                <a:effectLst/>
              </a:rPr>
              <a:t>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1100" dirty="0">
                <a:solidFill>
                  <a:srgbClr val="B4CDA8"/>
                </a:solidFill>
                <a:effectLst/>
              </a:rPr>
              <a:t>1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: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1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한글 단어를 입력하세요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 </a:t>
            </a:r>
            <a:r>
              <a:rPr lang="ko-KR" altLang="en-US" sz="11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단어 입력</a:t>
            </a:r>
            <a:r>
              <a:rPr lang="ko-KR" altLang="en-US" sz="11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&gt;&gt; "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47CCB1"/>
                </a:solidFill>
                <a:effectLst/>
              </a:rPr>
              <a:t>String 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kor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1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for 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100" dirty="0">
                <a:solidFill>
                  <a:srgbClr val="B4CDA8"/>
                </a:solidFill>
                <a:effectLst/>
              </a:rPr>
              <a:t>0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&lt; 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i="1" dirty="0" err="1">
                <a:solidFill>
                  <a:srgbClr val="4FC1FF"/>
                </a:solidFill>
                <a:effectLst/>
              </a:rPr>
              <a:t>length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++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) </a:t>
            </a:r>
            <a:r>
              <a:rPr lang="en-US" altLang="ko-KR" sz="1100" dirty="0">
                <a:solidFill>
                  <a:srgbClr val="6E7ED9"/>
                </a:solidFill>
                <a:effectLst/>
              </a:rPr>
              <a:t>{</a:t>
            </a:r>
            <a:br>
              <a:rPr lang="en-US" altLang="ko-KR" sz="1100" dirty="0">
                <a:solidFill>
                  <a:srgbClr val="6E7ED9"/>
                </a:solidFill>
                <a:effectLst/>
              </a:rPr>
            </a:br>
            <a:r>
              <a:rPr lang="en-US" altLang="ko-KR" sz="1100" dirty="0">
                <a:solidFill>
                  <a:srgbClr val="6E7ED9"/>
                </a:solidFill>
                <a:effectLst/>
              </a:rPr>
              <a:t>    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]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!= </a:t>
            </a:r>
            <a:r>
              <a:rPr lang="en-US" altLang="ko-KR" sz="11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) </a:t>
            </a:r>
            <a:r>
              <a:rPr lang="en-US" altLang="ko-KR" sz="1100" dirty="0">
                <a:solidFill>
                  <a:srgbClr val="179387"/>
                </a:solidFill>
                <a:effectLst/>
              </a:rPr>
              <a:t>{</a:t>
            </a:r>
            <a:br>
              <a:rPr lang="en-US" altLang="ko-KR" sz="1100" dirty="0">
                <a:solidFill>
                  <a:srgbClr val="179387"/>
                </a:solidFill>
                <a:effectLst/>
              </a:rPr>
            </a:br>
            <a:r>
              <a:rPr lang="en-US" altLang="ko-KR" sz="1100" dirty="0">
                <a:solidFill>
                  <a:srgbClr val="179387"/>
                </a:solidFill>
                <a:effectLst/>
              </a:rPr>
              <a:t>        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1100" dirty="0">
                <a:solidFill>
                  <a:srgbClr val="6E7ED9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8CD7FF"/>
                </a:solidFill>
                <a:effectLst/>
              </a:rPr>
              <a:t>krWord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equals</a:t>
            </a:r>
            <a:r>
              <a:rPr lang="en-US" altLang="ko-KR" sz="1100" dirty="0">
                <a:solidFill>
                  <a:srgbClr val="179387"/>
                </a:solidFill>
                <a:effectLst/>
              </a:rPr>
              <a:t>(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kor</a:t>
            </a:r>
            <a:r>
              <a:rPr lang="en-US" altLang="ko-KR" sz="1100" dirty="0">
                <a:solidFill>
                  <a:srgbClr val="179387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6E7ED9"/>
                </a:solidFill>
                <a:effectLst/>
              </a:rPr>
              <a:t>)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return 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    </a:t>
            </a:r>
            <a:r>
              <a:rPr lang="en-US" altLang="ko-KR" sz="1100" dirty="0">
                <a:solidFill>
                  <a:srgbClr val="179387"/>
                </a:solidFill>
                <a:effectLst/>
              </a:rPr>
              <a:t>}</a:t>
            </a:r>
            <a:br>
              <a:rPr lang="en-US" altLang="ko-KR" sz="1100" dirty="0">
                <a:solidFill>
                  <a:srgbClr val="179387"/>
                </a:solidFill>
                <a:effectLst/>
              </a:rPr>
            </a:br>
            <a:r>
              <a:rPr lang="en-US" altLang="ko-KR" sz="1100" dirty="0">
                <a:solidFill>
                  <a:srgbClr val="179387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6E7ED9"/>
                </a:solidFill>
                <a:effectLst/>
              </a:rPr>
              <a:t>}</a:t>
            </a:r>
            <a:br>
              <a:rPr lang="en-US" altLang="ko-KR" sz="1100" dirty="0">
                <a:solidFill>
                  <a:srgbClr val="6E7ED9"/>
                </a:solidFill>
                <a:effectLst/>
              </a:rPr>
            </a:br>
            <a:r>
              <a:rPr lang="en-US" altLang="ko-KR" sz="1100" dirty="0">
                <a:solidFill>
                  <a:srgbClr val="6E7ED9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1100" dirty="0">
                <a:solidFill>
                  <a:srgbClr val="B4CDA8"/>
                </a:solidFill>
                <a:effectLst/>
              </a:rPr>
              <a:t>2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: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1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원하는 영어 단어를 입력하세요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 </a:t>
            </a:r>
            <a:r>
              <a:rPr lang="ko-KR" altLang="en-US" sz="11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단어 입력</a:t>
            </a:r>
            <a:r>
              <a:rPr lang="ko-KR" altLang="en-US" sz="11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&gt;&gt; "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47CCB1"/>
                </a:solidFill>
                <a:effectLst/>
              </a:rPr>
              <a:t>String 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eng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1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toLowerCase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for 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100" dirty="0">
                <a:solidFill>
                  <a:srgbClr val="B4CDA8"/>
                </a:solidFill>
                <a:effectLst/>
              </a:rPr>
              <a:t>0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&lt; 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i="1" dirty="0" err="1">
                <a:solidFill>
                  <a:srgbClr val="4FC1FF"/>
                </a:solidFill>
                <a:effectLst/>
              </a:rPr>
              <a:t>length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++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) </a:t>
            </a:r>
            <a:r>
              <a:rPr lang="en-US" altLang="ko-KR" sz="1100" dirty="0">
                <a:solidFill>
                  <a:srgbClr val="6E7ED9"/>
                </a:solidFill>
                <a:effectLst/>
              </a:rPr>
              <a:t>{</a:t>
            </a:r>
            <a:br>
              <a:rPr lang="en-US" altLang="ko-KR" sz="1100" dirty="0">
                <a:solidFill>
                  <a:srgbClr val="6E7ED9"/>
                </a:solidFill>
                <a:effectLst/>
              </a:rPr>
            </a:br>
            <a:r>
              <a:rPr lang="en-US" altLang="ko-KR" sz="1100" dirty="0">
                <a:solidFill>
                  <a:srgbClr val="6E7ED9"/>
                </a:solidFill>
                <a:effectLst/>
              </a:rPr>
              <a:t>    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]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!= </a:t>
            </a:r>
            <a:r>
              <a:rPr lang="en-US" altLang="ko-KR" sz="11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) </a:t>
            </a:r>
            <a:r>
              <a:rPr lang="en-US" altLang="ko-KR" sz="1100" dirty="0">
                <a:solidFill>
                  <a:srgbClr val="179387"/>
                </a:solidFill>
                <a:effectLst/>
              </a:rPr>
              <a:t>{</a:t>
            </a:r>
            <a:br>
              <a:rPr lang="en-US" altLang="ko-KR" sz="1100" dirty="0">
                <a:solidFill>
                  <a:srgbClr val="179387"/>
                </a:solidFill>
                <a:effectLst/>
              </a:rPr>
            </a:br>
            <a:r>
              <a:rPr lang="en-US" altLang="ko-KR" sz="1100" dirty="0">
                <a:solidFill>
                  <a:srgbClr val="179387"/>
                </a:solidFill>
                <a:effectLst/>
              </a:rPr>
              <a:t>        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1100" dirty="0">
                <a:solidFill>
                  <a:srgbClr val="6E7ED9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8CD7FF"/>
                </a:solidFill>
                <a:effectLst/>
              </a:rPr>
              <a:t>engWord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toLowerCase</a:t>
            </a:r>
            <a:r>
              <a:rPr lang="en-US" altLang="ko-KR" sz="1100" dirty="0">
                <a:solidFill>
                  <a:srgbClr val="179387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>
                <a:solidFill>
                  <a:srgbClr val="E6E6AA"/>
                </a:solidFill>
                <a:effectLst/>
              </a:rPr>
              <a:t>equals</a:t>
            </a:r>
            <a:r>
              <a:rPr lang="en-US" altLang="ko-KR" sz="1100" dirty="0">
                <a:solidFill>
                  <a:srgbClr val="179387"/>
                </a:solidFill>
                <a:effectLst/>
              </a:rPr>
              <a:t>(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eng</a:t>
            </a:r>
            <a:r>
              <a:rPr lang="en-US" altLang="ko-KR" sz="1100" dirty="0">
                <a:solidFill>
                  <a:srgbClr val="179387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6E7ED9"/>
                </a:solidFill>
                <a:effectLst/>
              </a:rPr>
              <a:t>)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return 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str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1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    </a:t>
            </a:r>
            <a:r>
              <a:rPr lang="en-US" altLang="ko-KR" sz="1100" dirty="0">
                <a:solidFill>
                  <a:srgbClr val="179387"/>
                </a:solidFill>
                <a:effectLst/>
              </a:rPr>
              <a:t>}</a:t>
            </a:r>
            <a:br>
              <a:rPr lang="en-US" altLang="ko-KR" sz="1100" dirty="0">
                <a:solidFill>
                  <a:srgbClr val="179387"/>
                </a:solidFill>
                <a:effectLst/>
              </a:rPr>
            </a:br>
            <a:r>
              <a:rPr lang="en-US" altLang="ko-KR" sz="1100" dirty="0">
                <a:solidFill>
                  <a:srgbClr val="179387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6E7ED9"/>
                </a:solidFill>
                <a:effectLst/>
              </a:rPr>
              <a:t>}</a:t>
            </a:r>
            <a:br>
              <a:rPr lang="en-US" altLang="ko-KR" sz="1100" dirty="0">
                <a:solidFill>
                  <a:srgbClr val="6E7ED9"/>
                </a:solidFill>
                <a:effectLst/>
              </a:rPr>
            </a:br>
            <a:r>
              <a:rPr lang="en-US" altLang="ko-KR" sz="1100" dirty="0">
                <a:solidFill>
                  <a:srgbClr val="6E7ED9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default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: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1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해당 번호의 메뉴가 없습니다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return </a:t>
            </a:r>
            <a:r>
              <a:rPr lang="en-US" altLang="ko-KR" sz="11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}</a:t>
            </a:r>
            <a:br>
              <a:rPr lang="en-US" altLang="ko-KR" sz="1100" dirty="0">
                <a:solidFill>
                  <a:srgbClr val="359FF4"/>
                </a:solidFill>
                <a:effectLst/>
              </a:rPr>
            </a:br>
            <a:br>
              <a:rPr lang="en-US" altLang="ko-KR" sz="1100" dirty="0">
                <a:solidFill>
                  <a:srgbClr val="359FF4"/>
                </a:solidFill>
                <a:effectLst/>
              </a:rPr>
            </a:br>
            <a:r>
              <a:rPr lang="en-US" altLang="ko-KR" sz="1100" dirty="0">
                <a:solidFill>
                  <a:srgbClr val="359FF4"/>
                </a:solidFill>
                <a:effectLst/>
              </a:rPr>
              <a:t>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return </a:t>
            </a:r>
            <a:r>
              <a:rPr lang="en-US" altLang="ko-KR" sz="11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}</a:t>
            </a:r>
            <a:br>
              <a:rPr lang="en-US" altLang="ko-KR" sz="1100" dirty="0">
                <a:solidFill>
                  <a:srgbClr val="54A857"/>
                </a:solidFill>
                <a:effectLst/>
              </a:rPr>
            </a:br>
            <a:r>
              <a:rPr lang="en-US" altLang="ko-KR" sz="1100" dirty="0">
                <a:solidFill>
                  <a:srgbClr val="E8BA36"/>
                </a:solidFill>
                <a:effectLst/>
              </a:rPr>
              <a:t>}</a:t>
            </a:r>
            <a:br>
              <a:rPr lang="en-US" altLang="ko-KR" sz="1100" dirty="0">
                <a:solidFill>
                  <a:srgbClr val="E8BA36"/>
                </a:solidFill>
                <a:effectLst/>
              </a:rPr>
            </a:br>
            <a:endParaRPr lang="en-US" altLang="ko-KR" sz="1050" dirty="0">
              <a:solidFill>
                <a:srgbClr val="D4D4D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3886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0916B6-4A84-AF7F-C2E2-7F699266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35" y="1143000"/>
            <a:ext cx="3285045" cy="4572000"/>
          </a:xfrm>
        </p:spPr>
        <p:txBody>
          <a:bodyPr anchor="ctr">
            <a:normAutofit/>
          </a:bodyPr>
          <a:lstStyle/>
          <a:p>
            <a:pPr algn="r"/>
            <a:r>
              <a:rPr kumimoji="1" lang="en-US" altLang="ko-KR" dirty="0"/>
              <a:t>Package</a:t>
            </a:r>
            <a:br>
              <a:rPr kumimoji="1" lang="en-US" altLang="ko-KR" dirty="0"/>
            </a:br>
            <a:r>
              <a:rPr kumimoji="1" lang="en-US" altLang="ko-KR" dirty="0" err="1"/>
              <a:t>wordNote</a:t>
            </a:r>
            <a:br>
              <a:rPr kumimoji="1" lang="en-US" altLang="ko-KR" dirty="0"/>
            </a:br>
            <a:r>
              <a:rPr kumimoji="1" lang="en-US" altLang="ko-KR" dirty="0"/>
              <a:t>Functions Class</a:t>
            </a:r>
            <a:br>
              <a:rPr kumimoji="1" lang="en-US" altLang="ko-KR" dirty="0"/>
            </a:br>
            <a:r>
              <a:rPr kumimoji="1" lang="en-US" altLang="ko-KR" dirty="0"/>
              <a:t>(3/3)</a:t>
            </a:r>
            <a:endParaRPr kumimoji="1" lang="ko-KR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08320" y="-1"/>
            <a:ext cx="54864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C7143E-7EEB-B36D-3E6C-A7C47DBA7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3275" y="0"/>
            <a:ext cx="5332090" cy="6857999"/>
          </a:xfrm>
        </p:spPr>
        <p:txBody>
          <a:bodyPr anchor="ctr">
            <a:normAutofit/>
          </a:bodyPr>
          <a:lstStyle/>
          <a:p>
            <a:r>
              <a:rPr lang="en-US" altLang="ko-KR" sz="1000" dirty="0">
                <a:solidFill>
                  <a:srgbClr val="699856"/>
                </a:solidFill>
                <a:effectLst/>
              </a:rPr>
              <a:t>// </a:t>
            </a:r>
            <a: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중복 단어 체크 기능</a:t>
            </a:r>
            <a:b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en-US" altLang="ko-KR" sz="1000" dirty="0">
                <a:solidFill>
                  <a:srgbClr val="47A2ED"/>
                </a:solidFill>
                <a:effectLst/>
              </a:rPr>
              <a:t>public </a:t>
            </a:r>
            <a:r>
              <a:rPr lang="en-US" altLang="ko-KR" sz="1000" dirty="0" err="1">
                <a:solidFill>
                  <a:srgbClr val="47A2ED"/>
                </a:solidFill>
                <a:effectLst/>
              </a:rPr>
              <a:t>boolean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 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duplicateString</a:t>
            </a:r>
            <a:r>
              <a:rPr lang="en-US" altLang="ko-KR" sz="1000" dirty="0">
                <a:solidFill>
                  <a:srgbClr val="E6E6AA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47CCB1"/>
                </a:solidFill>
                <a:effectLst/>
              </a:rPr>
              <a:t>Words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[]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words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, </a:t>
            </a:r>
            <a:r>
              <a:rPr lang="en-US" altLang="ko-KR" sz="1000" dirty="0">
                <a:solidFill>
                  <a:srgbClr val="47CCB1"/>
                </a:solidFill>
                <a:effectLst/>
              </a:rPr>
              <a:t>String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wordsEng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{</a:t>
            </a:r>
            <a:br>
              <a:rPr lang="en-US" altLang="ko-KR" sz="1000" dirty="0">
                <a:solidFill>
                  <a:srgbClr val="54A857"/>
                </a:solidFill>
                <a:effectLst/>
              </a:rPr>
            </a:br>
            <a:r>
              <a:rPr lang="en-US" altLang="ko-KR" sz="1000" dirty="0">
                <a:solidFill>
                  <a:srgbClr val="54A857"/>
                </a:solidFill>
                <a:effectLst/>
              </a:rPr>
              <a:t>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for 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>
                <a:solidFill>
                  <a:srgbClr val="B4CDA8"/>
                </a:solidFill>
                <a:effectLst/>
              </a:rPr>
              <a:t>0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&lt;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words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i="1" dirty="0" err="1">
                <a:solidFill>
                  <a:srgbClr val="4FC1FF"/>
                </a:solidFill>
                <a:effectLst/>
              </a:rPr>
              <a:t>length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++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 </a:t>
            </a:r>
            <a:r>
              <a:rPr lang="en-US" altLang="ko-KR" sz="1000" dirty="0">
                <a:solidFill>
                  <a:srgbClr val="359FF4"/>
                </a:solidFill>
                <a:effectLst/>
              </a:rPr>
              <a:t>{</a:t>
            </a:r>
            <a:br>
              <a:rPr lang="en-US" altLang="ko-KR" sz="1000" dirty="0">
                <a:solidFill>
                  <a:srgbClr val="359FF4"/>
                </a:solidFill>
                <a:effectLst/>
              </a:rPr>
            </a:br>
            <a:r>
              <a:rPr lang="en-US" altLang="ko-KR" sz="1000" dirty="0">
                <a:solidFill>
                  <a:srgbClr val="359FF4"/>
                </a:solidFill>
                <a:effectLst/>
              </a:rPr>
              <a:t>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for 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j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>
                <a:solidFill>
                  <a:srgbClr val="B4CDA8"/>
                </a:solidFill>
                <a:effectLst/>
              </a:rPr>
              <a:t>0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j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&lt;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words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i="1" dirty="0" err="1">
                <a:solidFill>
                  <a:srgbClr val="4FC1FF"/>
                </a:solidFill>
                <a:effectLst/>
              </a:rPr>
              <a:t>length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j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++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) </a:t>
            </a:r>
            <a:r>
              <a:rPr lang="en-US" altLang="ko-KR" sz="1000" dirty="0">
                <a:solidFill>
                  <a:srgbClr val="6E7ED9"/>
                </a:solidFill>
                <a:effectLst/>
              </a:rPr>
              <a:t>{</a:t>
            </a:r>
            <a:br>
              <a:rPr lang="en-US" altLang="ko-KR" sz="1000" dirty="0">
                <a:solidFill>
                  <a:srgbClr val="6E7ED9"/>
                </a:solidFill>
                <a:effectLst/>
              </a:rPr>
            </a:br>
            <a:r>
              <a:rPr lang="en-US" altLang="ko-KR" sz="1000" dirty="0">
                <a:solidFill>
                  <a:srgbClr val="6E7ED9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1000" dirty="0">
                <a:solidFill>
                  <a:srgbClr val="359FF4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words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]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!=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1000" dirty="0">
                <a:solidFill>
                  <a:srgbClr val="359FF4"/>
                </a:solidFill>
                <a:effectLst/>
              </a:rPr>
              <a:t>) </a:t>
            </a:r>
            <a:r>
              <a:rPr lang="en-US" altLang="ko-KR" sz="1000" dirty="0">
                <a:solidFill>
                  <a:srgbClr val="179387"/>
                </a:solidFill>
                <a:effectLst/>
              </a:rPr>
              <a:t>{</a:t>
            </a:r>
            <a:br>
              <a:rPr lang="en-US" altLang="ko-KR" sz="1000" dirty="0">
                <a:solidFill>
                  <a:srgbClr val="179387"/>
                </a:solidFill>
                <a:effectLst/>
              </a:rPr>
            </a:br>
            <a:r>
              <a:rPr lang="en-US" altLang="ko-KR" sz="1000" dirty="0">
                <a:solidFill>
                  <a:srgbClr val="179387"/>
                </a:solidFill>
                <a:effectLst/>
              </a:rPr>
              <a:t>        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1000" dirty="0">
                <a:solidFill>
                  <a:srgbClr val="6E7ED9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words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engWord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toLowerCase</a:t>
            </a:r>
            <a:r>
              <a:rPr lang="en-US" altLang="ko-KR" sz="1000" dirty="0">
                <a:solidFill>
                  <a:srgbClr val="179387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>
                <a:solidFill>
                  <a:srgbClr val="E6E6AA"/>
                </a:solidFill>
                <a:effectLst/>
              </a:rPr>
              <a:t>equals</a:t>
            </a:r>
            <a:r>
              <a:rPr lang="en-US" altLang="ko-KR" sz="1000" dirty="0">
                <a:solidFill>
                  <a:srgbClr val="179387"/>
                </a:solidFill>
                <a:effectLst/>
              </a:rPr>
              <a:t>(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wordsEng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toLowerCase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179387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6E7ED9"/>
                </a:solidFill>
                <a:effectLst/>
              </a:rPr>
              <a:t>) 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{</a:t>
            </a:r>
            <a:br>
              <a:rPr lang="en-US" altLang="ko-KR" sz="1000" dirty="0">
                <a:solidFill>
                  <a:srgbClr val="E8BA36"/>
                </a:solidFill>
                <a:effectLst/>
              </a:rPr>
            </a:br>
            <a:r>
              <a:rPr lang="en-US" altLang="ko-KR" sz="1000" dirty="0">
                <a:solidFill>
                  <a:srgbClr val="E8BA36"/>
                </a:solidFill>
                <a:effectLst/>
              </a:rPr>
              <a:t>            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return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false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}</a:t>
            </a:r>
            <a:br>
              <a:rPr lang="en-US" altLang="ko-KR" sz="1000" dirty="0">
                <a:solidFill>
                  <a:srgbClr val="E8BA36"/>
                </a:solidFill>
                <a:effectLst/>
              </a:rPr>
            </a:br>
            <a:r>
              <a:rPr lang="en-US" altLang="ko-KR" sz="1000" dirty="0">
                <a:solidFill>
                  <a:srgbClr val="E8BA36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179387"/>
                </a:solidFill>
                <a:effectLst/>
              </a:rPr>
              <a:t>}</a:t>
            </a:r>
            <a:br>
              <a:rPr lang="en-US" altLang="ko-KR" sz="1000" dirty="0">
                <a:solidFill>
                  <a:srgbClr val="179387"/>
                </a:solidFill>
                <a:effectLst/>
              </a:rPr>
            </a:br>
            <a:r>
              <a:rPr lang="en-US" altLang="ko-KR" sz="1000" dirty="0">
                <a:solidFill>
                  <a:srgbClr val="179387"/>
                </a:solidFill>
                <a:effectLst/>
              </a:rPr>
              <a:t>        </a:t>
            </a:r>
            <a:r>
              <a:rPr lang="en-US" altLang="ko-KR" sz="1000" dirty="0">
                <a:solidFill>
                  <a:srgbClr val="6E7ED9"/>
                </a:solidFill>
                <a:effectLst/>
              </a:rPr>
              <a:t>}</a:t>
            </a:r>
            <a:br>
              <a:rPr lang="en-US" altLang="ko-KR" sz="1000" dirty="0">
                <a:solidFill>
                  <a:srgbClr val="6E7ED9"/>
                </a:solidFill>
                <a:effectLst/>
              </a:rPr>
            </a:br>
            <a:r>
              <a:rPr lang="en-US" altLang="ko-KR" sz="1000" dirty="0">
                <a:solidFill>
                  <a:srgbClr val="6E7ED9"/>
                </a:solidFill>
                <a:effectLst/>
              </a:rPr>
              <a:t>    </a:t>
            </a:r>
            <a:r>
              <a:rPr lang="en-US" altLang="ko-KR" sz="1000" dirty="0">
                <a:solidFill>
                  <a:srgbClr val="359FF4"/>
                </a:solidFill>
                <a:effectLst/>
              </a:rPr>
              <a:t>}</a:t>
            </a:r>
            <a:br>
              <a:rPr lang="en-US" altLang="ko-KR" sz="1000" dirty="0">
                <a:solidFill>
                  <a:srgbClr val="359FF4"/>
                </a:solidFill>
                <a:effectLst/>
              </a:rPr>
            </a:br>
            <a:r>
              <a:rPr lang="en-US" altLang="ko-KR" sz="1000" dirty="0">
                <a:solidFill>
                  <a:srgbClr val="359FF4"/>
                </a:solidFill>
                <a:effectLst/>
              </a:rPr>
              <a:t>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return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true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54A857"/>
                </a:solidFill>
                <a:effectLst/>
              </a:rPr>
              <a:t>}</a:t>
            </a:r>
            <a:endParaRPr lang="en-US" altLang="ko-KR" sz="1000" dirty="0">
              <a:solidFill>
                <a:srgbClr val="D4D4D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0392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0916B6-4A84-AF7F-C2E2-7F699266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35" y="1143000"/>
            <a:ext cx="3285045" cy="4572000"/>
          </a:xfrm>
        </p:spPr>
        <p:txBody>
          <a:bodyPr anchor="ctr">
            <a:normAutofit/>
          </a:bodyPr>
          <a:lstStyle/>
          <a:p>
            <a:pPr algn="r"/>
            <a:r>
              <a:rPr kumimoji="1" lang="en-US" altLang="ko-KR" dirty="0"/>
              <a:t>Package</a:t>
            </a:r>
            <a:br>
              <a:rPr kumimoji="1" lang="en-US" altLang="ko-KR" dirty="0"/>
            </a:br>
            <a:r>
              <a:rPr kumimoji="1" lang="en-US" altLang="ko-KR" dirty="0" err="1"/>
              <a:t>wordNote</a:t>
            </a:r>
            <a:br>
              <a:rPr kumimoji="1" lang="en-US" altLang="ko-KR" dirty="0"/>
            </a:br>
            <a:r>
              <a:rPr kumimoji="1" lang="en-US" altLang="ko-KR" dirty="0"/>
              <a:t>Note Class</a:t>
            </a:r>
            <a:br>
              <a:rPr kumimoji="1" lang="en-US" altLang="ko-KR" dirty="0"/>
            </a:br>
            <a:r>
              <a:rPr kumimoji="1" lang="en-US" altLang="ko-KR" dirty="0"/>
              <a:t>(1/4)</a:t>
            </a:r>
            <a:endParaRPr kumimoji="1" lang="ko-KR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08320" y="-1"/>
            <a:ext cx="54864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C7143E-7EEB-B36D-3E6C-A7C47DBA7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7689" y="0"/>
            <a:ext cx="5917676" cy="6857999"/>
          </a:xfrm>
        </p:spPr>
        <p:txBody>
          <a:bodyPr anchor="ctr">
            <a:normAutofit fontScale="92500" lnSpcReduction="10000"/>
          </a:bodyPr>
          <a:lstStyle/>
          <a:p>
            <a:r>
              <a:rPr lang="en-US" altLang="ko-KR" sz="1100" dirty="0">
                <a:solidFill>
                  <a:srgbClr val="47A2ED"/>
                </a:solidFill>
                <a:effectLst/>
              </a:rPr>
              <a:t>package </a:t>
            </a:r>
            <a:r>
              <a:rPr lang="en-US" altLang="ko-KR" sz="1100" dirty="0" err="1">
                <a:solidFill>
                  <a:srgbClr val="47CCB1"/>
                </a:solidFill>
                <a:effectLst/>
              </a:rPr>
              <a:t>wordNote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47A2ED"/>
                </a:solidFill>
                <a:effectLst/>
              </a:rPr>
              <a:t>import </a:t>
            </a:r>
            <a:r>
              <a:rPr lang="en-US" altLang="ko-KR" sz="1100" dirty="0" err="1">
                <a:solidFill>
                  <a:srgbClr val="47CCB1"/>
                </a:solidFill>
                <a:effectLst/>
              </a:rPr>
              <a:t>java.util.Scanner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699856"/>
                </a:solidFill>
                <a:effectLst/>
              </a:rPr>
              <a:t>// </a:t>
            </a:r>
            <a:r>
              <a:rPr lang="ko-KR" altLang="en-US" sz="1100" dirty="0" err="1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영단어</a:t>
            </a:r>
            <a:r>
              <a:rPr lang="ko-KR" altLang="en-US" sz="1100" dirty="0">
                <a:solidFill>
                  <a:srgbClr val="699856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699856"/>
                </a:solidFill>
                <a:effectLst/>
              </a:rPr>
              <a:t>Note </a:t>
            </a: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프로그램</a:t>
            </a:r>
            <a:b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en-US" altLang="ko-KR" sz="1100" dirty="0">
                <a:solidFill>
                  <a:srgbClr val="47A2ED"/>
                </a:solidFill>
                <a:effectLst/>
              </a:rPr>
              <a:t>public class </a:t>
            </a:r>
            <a:r>
              <a:rPr lang="en-US" altLang="ko-KR" sz="1100" dirty="0">
                <a:solidFill>
                  <a:srgbClr val="47CCB1"/>
                </a:solidFill>
                <a:effectLst/>
              </a:rPr>
              <a:t>Note 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{</a:t>
            </a:r>
            <a:br>
              <a:rPr lang="en-US" altLang="ko-KR" sz="1100" dirty="0">
                <a:solidFill>
                  <a:srgbClr val="E8BA36"/>
                </a:solidFill>
                <a:effectLst/>
              </a:rPr>
            </a:br>
            <a:r>
              <a:rPr lang="en-US" altLang="ko-KR" sz="1100" dirty="0">
                <a:solidFill>
                  <a:srgbClr val="E8BA36"/>
                </a:solidFill>
                <a:effectLst/>
              </a:rPr>
              <a:t>    </a:t>
            </a:r>
            <a:r>
              <a:rPr lang="en-US" altLang="ko-KR" sz="1100" dirty="0">
                <a:solidFill>
                  <a:srgbClr val="47CCB1"/>
                </a:solidFill>
                <a:effectLst/>
              </a:rPr>
              <a:t>Scanner </a:t>
            </a:r>
            <a:r>
              <a:rPr lang="en-US" altLang="ko-KR" sz="1100" dirty="0">
                <a:solidFill>
                  <a:srgbClr val="8CD7FF"/>
                </a:solidFill>
                <a:effectLst/>
              </a:rPr>
              <a:t>in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new </a:t>
            </a:r>
            <a:r>
              <a:rPr lang="en-US" altLang="ko-KR" sz="1100" dirty="0">
                <a:solidFill>
                  <a:srgbClr val="E6E6AA"/>
                </a:solidFill>
                <a:effectLst/>
              </a:rPr>
              <a:t>Scanner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1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b="1" i="1" dirty="0" err="1">
                <a:solidFill>
                  <a:srgbClr val="4FC1FF"/>
                </a:solidFill>
                <a:effectLst/>
              </a:rPr>
              <a:t>in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100" dirty="0">
                <a:solidFill>
                  <a:srgbClr val="47CCB1"/>
                </a:solidFill>
                <a:effectLst/>
              </a:rPr>
              <a:t>Words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[] </a:t>
            </a:r>
            <a:r>
              <a:rPr lang="en-US" altLang="ko-KR" sz="11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100" dirty="0">
                <a:solidFill>
                  <a:srgbClr val="8CD7FF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new </a:t>
            </a:r>
            <a:r>
              <a:rPr lang="en-US" altLang="ko-KR" sz="1100" dirty="0">
                <a:solidFill>
                  <a:srgbClr val="E6E6AA"/>
                </a:solidFill>
                <a:effectLst/>
              </a:rPr>
              <a:t>Words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100" dirty="0">
                <a:solidFill>
                  <a:srgbClr val="B4CDA8"/>
                </a:solidFill>
                <a:effectLst/>
              </a:rPr>
              <a:t>30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100" dirty="0">
                <a:solidFill>
                  <a:srgbClr val="47CCB1"/>
                </a:solidFill>
                <a:effectLst/>
              </a:rPr>
              <a:t>Functions </a:t>
            </a:r>
            <a:r>
              <a:rPr lang="en-US" altLang="ko-KR" sz="1100" dirty="0" err="1">
                <a:solidFill>
                  <a:srgbClr val="8CD7FF"/>
                </a:solidFill>
                <a:effectLst/>
              </a:rPr>
              <a:t>fnc</a:t>
            </a:r>
            <a:r>
              <a:rPr lang="en-US" altLang="ko-KR" sz="1100" dirty="0">
                <a:solidFill>
                  <a:srgbClr val="8CD7FF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new </a:t>
            </a:r>
            <a:r>
              <a:rPr lang="en-US" altLang="ko-KR" sz="1100" dirty="0">
                <a:solidFill>
                  <a:srgbClr val="E6E6AA"/>
                </a:solidFill>
                <a:effectLst/>
              </a:rPr>
              <a:t>Functions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100" dirty="0">
                <a:solidFill>
                  <a:srgbClr val="E6E6AA"/>
                </a:solidFill>
                <a:effectLst/>
              </a:rPr>
              <a:t>Note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() 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{</a:t>
            </a:r>
            <a:br>
              <a:rPr lang="en-US" altLang="ko-KR" sz="1100" dirty="0">
                <a:solidFill>
                  <a:srgbClr val="54A857"/>
                </a:solidFill>
                <a:effectLst/>
              </a:rPr>
            </a:br>
            <a:r>
              <a:rPr lang="en-US" altLang="ko-KR" sz="1100" dirty="0">
                <a:solidFill>
                  <a:srgbClr val="54A857"/>
                </a:solidFill>
                <a:effectLst/>
              </a:rPr>
              <a:t>        </a:t>
            </a:r>
            <a:r>
              <a:rPr lang="en-US" altLang="ko-KR" sz="1100" dirty="0" err="1">
                <a:solidFill>
                  <a:srgbClr val="47A2ED"/>
                </a:solidFill>
                <a:effectLst/>
              </a:rPr>
              <a:t>boolean</a:t>
            </a:r>
            <a:r>
              <a:rPr lang="en-US" altLang="ko-KR" sz="1100" dirty="0">
                <a:solidFill>
                  <a:srgbClr val="47A2ED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flag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100" dirty="0">
                <a:solidFill>
                  <a:srgbClr val="47A2ED"/>
                </a:solidFill>
                <a:effectLst/>
              </a:rPr>
              <a:t>true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while 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flag</a:t>
            </a:r>
            <a:r>
              <a:rPr lang="en-US" altLang="ko-KR" sz="1100" dirty="0">
                <a:solidFill>
                  <a:srgbClr val="E8BA36"/>
                </a:solidFill>
                <a:effectLst/>
              </a:rPr>
              <a:t>) 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{</a:t>
            </a:r>
            <a:br>
              <a:rPr lang="en-US" altLang="ko-KR" sz="1100" dirty="0">
                <a:solidFill>
                  <a:srgbClr val="359FF4"/>
                </a:solidFill>
                <a:effectLst/>
              </a:rPr>
            </a:br>
            <a:r>
              <a:rPr lang="en-US" altLang="ko-KR" sz="1100" dirty="0">
                <a:solidFill>
                  <a:srgbClr val="359FF4"/>
                </a:solidFill>
                <a:effectLst/>
              </a:rPr>
              <a:t>            </a:t>
            </a:r>
            <a:r>
              <a:rPr lang="en-US" altLang="ko-KR" sz="1100" dirty="0">
                <a:solidFill>
                  <a:srgbClr val="699856"/>
                </a:solidFill>
                <a:effectLst/>
              </a:rPr>
              <a:t>// </a:t>
            </a: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단어장 프로그램 소개</a:t>
            </a:r>
            <a:b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            </a:t>
            </a:r>
            <a:r>
              <a:rPr lang="en-US" altLang="ko-KR" sz="1100" dirty="0">
                <a:solidFill>
                  <a:srgbClr val="E6E6AA"/>
                </a:solidFill>
                <a:effectLst/>
              </a:rPr>
              <a:t>info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1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100" dirty="0">
                <a:solidFill>
                  <a:srgbClr val="D7BA7D"/>
                </a:solidFill>
                <a:effectLst/>
              </a:rPr>
              <a:t>\n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====================================="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1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 </a:t>
            </a:r>
            <a:r>
              <a:rPr lang="ko-KR" altLang="en-US" sz="11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메뉴 선택</a:t>
            </a:r>
            <a:r>
              <a:rPr lang="ko-KR" altLang="en-US" sz="11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&gt;&gt; "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1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user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1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nextInt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1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switch 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user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) </a:t>
            </a:r>
            <a:r>
              <a:rPr lang="en-US" altLang="ko-KR" sz="1100" dirty="0">
                <a:solidFill>
                  <a:srgbClr val="6E7ED9"/>
                </a:solidFill>
                <a:effectLst/>
              </a:rPr>
              <a:t>{</a:t>
            </a:r>
            <a:br>
              <a:rPr lang="en-US" altLang="ko-KR" sz="1100" dirty="0">
                <a:solidFill>
                  <a:srgbClr val="6E7ED9"/>
                </a:solidFill>
                <a:effectLst/>
              </a:rPr>
            </a:br>
            <a:r>
              <a:rPr lang="en-US" altLang="ko-KR" sz="1100" dirty="0">
                <a:solidFill>
                  <a:srgbClr val="6E7ED9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1100" dirty="0">
                <a:solidFill>
                  <a:srgbClr val="B4CDA8"/>
                </a:solidFill>
                <a:effectLst/>
              </a:rPr>
              <a:t>1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: </a:t>
            </a:r>
            <a:r>
              <a:rPr lang="en-US" altLang="ko-KR" sz="1100" dirty="0">
                <a:solidFill>
                  <a:srgbClr val="699856"/>
                </a:solidFill>
                <a:effectLst/>
              </a:rPr>
              <a:t>// 1</a:t>
            </a: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번 입력</a:t>
            </a:r>
            <a:b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                    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addWord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1100" dirty="0">
                <a:solidFill>
                  <a:srgbClr val="B4CDA8"/>
                </a:solidFill>
                <a:effectLst/>
              </a:rPr>
              <a:t>2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: </a:t>
            </a:r>
            <a:r>
              <a:rPr lang="en-US" altLang="ko-KR" sz="1100" dirty="0">
                <a:solidFill>
                  <a:srgbClr val="699856"/>
                </a:solidFill>
                <a:effectLst/>
              </a:rPr>
              <a:t>// 2</a:t>
            </a: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번 수정</a:t>
            </a:r>
            <a:b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                    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editWord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1100" dirty="0">
                <a:solidFill>
                  <a:srgbClr val="B4CDA8"/>
                </a:solidFill>
                <a:effectLst/>
              </a:rPr>
              <a:t>3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: </a:t>
            </a:r>
            <a:r>
              <a:rPr lang="en-US" altLang="ko-KR" sz="1100" dirty="0">
                <a:solidFill>
                  <a:srgbClr val="699856"/>
                </a:solidFill>
                <a:effectLst/>
              </a:rPr>
              <a:t>// 3</a:t>
            </a: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번 삭제</a:t>
            </a:r>
            <a:b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                    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delWord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1100" dirty="0">
                <a:solidFill>
                  <a:srgbClr val="B4CDA8"/>
                </a:solidFill>
                <a:effectLst/>
              </a:rPr>
              <a:t>4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: </a:t>
            </a:r>
            <a:r>
              <a:rPr lang="en-US" altLang="ko-KR" sz="1100" dirty="0">
                <a:solidFill>
                  <a:srgbClr val="699856"/>
                </a:solidFill>
                <a:effectLst/>
              </a:rPr>
              <a:t>// 4</a:t>
            </a: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번 검색</a:t>
            </a:r>
            <a:b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                    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searchWord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1100" dirty="0">
                <a:solidFill>
                  <a:srgbClr val="B4CDA8"/>
                </a:solidFill>
                <a:effectLst/>
              </a:rPr>
              <a:t>5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: </a:t>
            </a:r>
            <a:r>
              <a:rPr lang="en-US" altLang="ko-KR" sz="1100" dirty="0">
                <a:solidFill>
                  <a:srgbClr val="699856"/>
                </a:solidFill>
                <a:effectLst/>
              </a:rPr>
              <a:t>// 5</a:t>
            </a: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번 전체보기</a:t>
            </a:r>
            <a:b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                    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viewWord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()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1100" dirty="0">
                <a:solidFill>
                  <a:srgbClr val="B4CDA8"/>
                </a:solidFill>
                <a:effectLst/>
              </a:rPr>
              <a:t>6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: </a:t>
            </a:r>
            <a:r>
              <a:rPr lang="en-US" altLang="ko-KR" sz="1100" dirty="0">
                <a:solidFill>
                  <a:srgbClr val="699856"/>
                </a:solidFill>
                <a:effectLst/>
              </a:rPr>
              <a:t>// </a:t>
            </a: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종료</a:t>
            </a:r>
            <a:b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                    </a:t>
            </a:r>
            <a:r>
              <a:rPr lang="en-US" altLang="ko-KR" sz="1100" dirty="0">
                <a:solidFill>
                  <a:srgbClr val="94DBFD"/>
                </a:solidFill>
                <a:effectLst/>
              </a:rPr>
              <a:t>flag 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100" dirty="0">
                <a:solidFill>
                  <a:srgbClr val="47A2ED"/>
                </a:solidFill>
                <a:effectLst/>
              </a:rPr>
              <a:t>false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100" dirty="0">
                <a:solidFill>
                  <a:srgbClr val="CC85C6"/>
                </a:solidFill>
                <a:effectLst/>
              </a:rPr>
              <a:t>default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: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        </a:t>
            </a:r>
            <a:r>
              <a:rPr lang="en-US" altLang="ko-KR" sz="11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1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1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(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1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다시 입력 해 주세요</a:t>
            </a:r>
            <a:r>
              <a:rPr lang="en-US" altLang="ko-KR" sz="11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)</a:t>
            </a:r>
            <a:r>
              <a:rPr lang="en-US" altLang="ko-KR" sz="11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100" dirty="0">
                <a:solidFill>
                  <a:srgbClr val="D4D4D4"/>
                </a:solidFill>
                <a:effectLst/>
              </a:rPr>
            </a:br>
            <a:r>
              <a:rPr lang="en-US" altLang="ko-KR" sz="11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100" dirty="0">
                <a:solidFill>
                  <a:srgbClr val="6E7ED9"/>
                </a:solidFill>
                <a:effectLst/>
              </a:rPr>
              <a:t>}</a:t>
            </a:r>
            <a:br>
              <a:rPr lang="en-US" altLang="ko-KR" sz="1100" dirty="0">
                <a:solidFill>
                  <a:srgbClr val="6E7ED9"/>
                </a:solidFill>
                <a:effectLst/>
              </a:rPr>
            </a:br>
            <a:r>
              <a:rPr lang="en-US" altLang="ko-KR" sz="1100" dirty="0">
                <a:solidFill>
                  <a:srgbClr val="6E7ED9"/>
                </a:solidFill>
                <a:effectLst/>
              </a:rPr>
              <a:t>        </a:t>
            </a:r>
            <a:r>
              <a:rPr lang="en-US" altLang="ko-KR" sz="1100" dirty="0">
                <a:solidFill>
                  <a:srgbClr val="359FF4"/>
                </a:solidFill>
                <a:effectLst/>
              </a:rPr>
              <a:t>}</a:t>
            </a:r>
            <a:br>
              <a:rPr lang="en-US" altLang="ko-KR" sz="1100" dirty="0">
                <a:solidFill>
                  <a:srgbClr val="359FF4"/>
                </a:solidFill>
                <a:effectLst/>
              </a:rPr>
            </a:br>
            <a:r>
              <a:rPr lang="en-US" altLang="ko-KR" sz="1100" dirty="0">
                <a:solidFill>
                  <a:srgbClr val="359FF4"/>
                </a:solidFill>
                <a:effectLst/>
              </a:rPr>
              <a:t>    </a:t>
            </a:r>
            <a:r>
              <a:rPr lang="en-US" altLang="ko-KR" sz="1100" dirty="0">
                <a:solidFill>
                  <a:srgbClr val="54A857"/>
                </a:solidFill>
                <a:effectLst/>
              </a:rPr>
              <a:t>}</a:t>
            </a:r>
            <a:endParaRPr lang="ko-KR" altLang="en-US" sz="1100" dirty="0">
              <a:solidFill>
                <a:srgbClr val="D4D4D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0177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0916B6-4A84-AF7F-C2E2-7F699266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35" y="1143000"/>
            <a:ext cx="3285045" cy="4572000"/>
          </a:xfrm>
        </p:spPr>
        <p:txBody>
          <a:bodyPr anchor="ctr">
            <a:normAutofit/>
          </a:bodyPr>
          <a:lstStyle/>
          <a:p>
            <a:pPr algn="r"/>
            <a:r>
              <a:rPr kumimoji="1" lang="en-US" altLang="ko-KR" dirty="0"/>
              <a:t>Package</a:t>
            </a:r>
            <a:br>
              <a:rPr kumimoji="1" lang="en-US" altLang="ko-KR" dirty="0"/>
            </a:br>
            <a:r>
              <a:rPr kumimoji="1" lang="en-US" altLang="ko-KR" dirty="0" err="1"/>
              <a:t>wordNote</a:t>
            </a:r>
            <a:br>
              <a:rPr kumimoji="1" lang="en-US" altLang="ko-KR" dirty="0"/>
            </a:br>
            <a:r>
              <a:rPr kumimoji="1" lang="en-US" altLang="ko-KR" dirty="0"/>
              <a:t>Note Class</a:t>
            </a:r>
            <a:br>
              <a:rPr kumimoji="1" lang="en-US" altLang="ko-KR" dirty="0"/>
            </a:br>
            <a:r>
              <a:rPr kumimoji="1" lang="en-US" altLang="ko-KR" dirty="0"/>
              <a:t>(2/4)</a:t>
            </a:r>
            <a:endParaRPr kumimoji="1" lang="ko-KR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08320" y="-1"/>
            <a:ext cx="54864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C7143E-7EEB-B36D-3E6C-A7C47DBA7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9512" y="0"/>
            <a:ext cx="6321871" cy="6857999"/>
          </a:xfrm>
        </p:spPr>
        <p:txBody>
          <a:bodyPr anchor="ctr">
            <a:normAutofit/>
          </a:bodyPr>
          <a:lstStyle/>
          <a:p>
            <a:r>
              <a:rPr lang="en-US" altLang="ko-KR" sz="1200" dirty="0">
                <a:solidFill>
                  <a:srgbClr val="699856"/>
                </a:solidFill>
                <a:effectLst/>
              </a:rPr>
              <a:t>// info 5</a:t>
            </a:r>
            <a:r>
              <a:rPr lang="ko-KR" altLang="en-US" sz="12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번 전체보기 메서드</a:t>
            </a:r>
            <a:br>
              <a:rPr lang="ko-KR" altLang="en-US" sz="12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en-US" altLang="ko-KR" sz="1200" dirty="0">
                <a:solidFill>
                  <a:srgbClr val="47A2ED"/>
                </a:solidFill>
                <a:effectLst/>
              </a:rPr>
              <a:t>private void </a:t>
            </a:r>
            <a:r>
              <a:rPr lang="en-US" altLang="ko-KR" sz="1200" dirty="0" err="1">
                <a:solidFill>
                  <a:srgbClr val="E6E6AA"/>
                </a:solidFill>
                <a:effectLst/>
              </a:rPr>
              <a:t>viewWord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() </a:t>
            </a:r>
            <a:r>
              <a:rPr lang="en-US" altLang="ko-KR" sz="1200" dirty="0">
                <a:solidFill>
                  <a:srgbClr val="54A857"/>
                </a:solidFill>
                <a:effectLst/>
              </a:rPr>
              <a:t>{</a:t>
            </a:r>
            <a:br>
              <a:rPr lang="en-US" altLang="ko-KR" sz="1200" dirty="0">
                <a:solidFill>
                  <a:srgbClr val="54A857"/>
                </a:solidFill>
                <a:effectLst/>
              </a:rPr>
            </a:br>
            <a:r>
              <a:rPr lang="en-US" altLang="ko-KR" sz="1200" dirty="0">
                <a:solidFill>
                  <a:srgbClr val="54A857"/>
                </a:solidFill>
                <a:effectLst/>
              </a:rPr>
              <a:t>    </a:t>
            </a:r>
            <a:r>
              <a:rPr lang="en-US" altLang="ko-KR" sz="12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2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2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2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2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입력된 </a:t>
            </a:r>
            <a:r>
              <a:rPr lang="ko-KR" altLang="en-US" sz="1200" dirty="0" err="1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영단어</a:t>
            </a:r>
            <a:r>
              <a:rPr lang="ko-KR" altLang="en-US" sz="12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 노트 전체 내용 입니다</a:t>
            </a:r>
            <a:r>
              <a:rPr lang="en-US" altLang="ko-KR" sz="12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200" dirty="0">
                <a:solidFill>
                  <a:srgbClr val="D4D4D4"/>
                </a:solidFill>
                <a:effectLst/>
              </a:rPr>
            </a:br>
            <a:r>
              <a:rPr lang="en-US" altLang="ko-KR" sz="12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200" dirty="0">
                <a:solidFill>
                  <a:srgbClr val="CC85C6"/>
                </a:solidFill>
                <a:effectLst/>
              </a:rPr>
              <a:t>for 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2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200" dirty="0">
                <a:solidFill>
                  <a:srgbClr val="B4CDA8"/>
                </a:solidFill>
                <a:effectLst/>
              </a:rPr>
              <a:t>0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&lt; 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2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i="1" dirty="0" err="1">
                <a:solidFill>
                  <a:srgbClr val="4FC1FF"/>
                </a:solidFill>
                <a:effectLst/>
              </a:rPr>
              <a:t>length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++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) </a:t>
            </a:r>
            <a:r>
              <a:rPr lang="en-US" altLang="ko-KR" sz="1200" dirty="0">
                <a:solidFill>
                  <a:srgbClr val="359FF4"/>
                </a:solidFill>
                <a:effectLst/>
              </a:rPr>
              <a:t>{</a:t>
            </a:r>
            <a:br>
              <a:rPr lang="en-US" altLang="ko-KR" sz="1200" dirty="0">
                <a:solidFill>
                  <a:srgbClr val="359FF4"/>
                </a:solidFill>
                <a:effectLst/>
              </a:rPr>
            </a:br>
            <a:r>
              <a:rPr lang="en-US" altLang="ko-KR" sz="1200" dirty="0">
                <a:solidFill>
                  <a:srgbClr val="359FF4"/>
                </a:solidFill>
                <a:effectLst/>
              </a:rPr>
              <a:t>        </a:t>
            </a:r>
            <a:r>
              <a:rPr lang="en-US" altLang="ko-KR" sz="12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12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] 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!= </a:t>
            </a:r>
            <a:r>
              <a:rPr lang="en-US" altLang="ko-KR" sz="1200" dirty="0">
                <a:solidFill>
                  <a:srgbClr val="47A2ED"/>
                </a:solidFill>
                <a:effectLst/>
              </a:rPr>
              <a:t>null 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&amp;&amp; 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krWord</a:t>
            </a:r>
            <a:r>
              <a:rPr lang="en-US" altLang="ko-KR" sz="1200" dirty="0">
                <a:solidFill>
                  <a:srgbClr val="8CD7FF"/>
                </a:solidFill>
                <a:effectLst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!= </a:t>
            </a:r>
            <a:r>
              <a:rPr lang="en-US" altLang="ko-KR" sz="12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1200" dirty="0">
                <a:solidFill>
                  <a:srgbClr val="54A857"/>
                </a:solidFill>
                <a:effectLst/>
              </a:rPr>
              <a:t>) </a:t>
            </a:r>
            <a:r>
              <a:rPr lang="en-US" altLang="ko-KR" sz="1200" dirty="0">
                <a:solidFill>
                  <a:srgbClr val="6E7ED9"/>
                </a:solidFill>
                <a:effectLst/>
              </a:rPr>
              <a:t>{</a:t>
            </a:r>
            <a:br>
              <a:rPr lang="en-US" altLang="ko-KR" sz="1200" dirty="0">
                <a:solidFill>
                  <a:srgbClr val="6E7ED9"/>
                </a:solidFill>
                <a:effectLst/>
              </a:rPr>
            </a:br>
            <a:r>
              <a:rPr lang="en-US" altLang="ko-KR" sz="1200" dirty="0">
                <a:solidFill>
                  <a:srgbClr val="6E7ED9"/>
                </a:solidFill>
                <a:effectLst/>
              </a:rPr>
              <a:t>            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dirty="0" err="1">
                <a:solidFill>
                  <a:srgbClr val="E6E6AA"/>
                </a:solidFill>
                <a:effectLst/>
              </a:rPr>
              <a:t>prt</a:t>
            </a:r>
            <a:r>
              <a:rPr lang="en-US" altLang="ko-KR" sz="1200" dirty="0">
                <a:solidFill>
                  <a:srgbClr val="359FF4"/>
                </a:solidFill>
                <a:effectLst/>
              </a:rPr>
              <a:t>()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200" dirty="0">
                <a:solidFill>
                  <a:srgbClr val="D4D4D4"/>
                </a:solidFill>
                <a:effectLst/>
              </a:rPr>
            </a:br>
            <a:r>
              <a:rPr lang="en-US" altLang="ko-KR" sz="12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200" dirty="0">
                <a:solidFill>
                  <a:srgbClr val="6E7ED9"/>
                </a:solidFill>
                <a:effectLst/>
              </a:rPr>
              <a:t>}</a:t>
            </a:r>
            <a:br>
              <a:rPr lang="en-US" altLang="ko-KR" sz="1200" dirty="0">
                <a:solidFill>
                  <a:srgbClr val="6E7ED9"/>
                </a:solidFill>
                <a:effectLst/>
              </a:rPr>
            </a:br>
            <a:r>
              <a:rPr lang="en-US" altLang="ko-KR" sz="1200" dirty="0">
                <a:solidFill>
                  <a:srgbClr val="6E7ED9"/>
                </a:solidFill>
                <a:effectLst/>
              </a:rPr>
              <a:t>    </a:t>
            </a:r>
            <a:r>
              <a:rPr lang="en-US" altLang="ko-KR" sz="1200" dirty="0">
                <a:solidFill>
                  <a:srgbClr val="359FF4"/>
                </a:solidFill>
                <a:effectLst/>
              </a:rPr>
              <a:t>}</a:t>
            </a:r>
            <a:br>
              <a:rPr lang="en-US" altLang="ko-KR" sz="1200" dirty="0">
                <a:solidFill>
                  <a:srgbClr val="359FF4"/>
                </a:solidFill>
                <a:effectLst/>
              </a:rPr>
            </a:br>
            <a:r>
              <a:rPr lang="en-US" altLang="ko-KR" sz="1200" dirty="0">
                <a:solidFill>
                  <a:srgbClr val="54A857"/>
                </a:solidFill>
                <a:effectLst/>
              </a:rPr>
              <a:t>}</a:t>
            </a:r>
            <a:br>
              <a:rPr lang="en-US" altLang="ko-KR" sz="1200" dirty="0">
                <a:solidFill>
                  <a:srgbClr val="54A857"/>
                </a:solidFill>
                <a:effectLst/>
              </a:rPr>
            </a:br>
            <a:r>
              <a:rPr lang="en-US" altLang="ko-KR" sz="1200" dirty="0">
                <a:solidFill>
                  <a:srgbClr val="699856"/>
                </a:solidFill>
                <a:effectLst/>
              </a:rPr>
              <a:t>// info 4</a:t>
            </a:r>
            <a:r>
              <a:rPr lang="ko-KR" altLang="en-US" sz="12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번 검색 메서드</a:t>
            </a:r>
            <a:br>
              <a:rPr lang="ko-KR" altLang="en-US" sz="12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en-US" altLang="ko-KR" sz="1200" dirty="0">
                <a:solidFill>
                  <a:srgbClr val="47A2ED"/>
                </a:solidFill>
                <a:effectLst/>
              </a:rPr>
              <a:t>private void </a:t>
            </a:r>
            <a:r>
              <a:rPr lang="en-US" altLang="ko-KR" sz="1200" dirty="0" err="1">
                <a:solidFill>
                  <a:srgbClr val="E6E6AA"/>
                </a:solidFill>
                <a:effectLst/>
              </a:rPr>
              <a:t>searchWord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() </a:t>
            </a:r>
            <a:r>
              <a:rPr lang="en-US" altLang="ko-KR" sz="1200" dirty="0">
                <a:solidFill>
                  <a:srgbClr val="54A857"/>
                </a:solidFill>
                <a:effectLst/>
              </a:rPr>
              <a:t>{</a:t>
            </a:r>
            <a:br>
              <a:rPr lang="en-US" altLang="ko-KR" sz="1200" dirty="0">
                <a:solidFill>
                  <a:srgbClr val="54A857"/>
                </a:solidFill>
                <a:effectLst/>
              </a:rPr>
            </a:br>
            <a:r>
              <a:rPr lang="en-US" altLang="ko-KR" sz="1200" dirty="0">
                <a:solidFill>
                  <a:srgbClr val="54A857"/>
                </a:solidFill>
                <a:effectLst/>
              </a:rPr>
              <a:t>    </a:t>
            </a:r>
            <a:r>
              <a:rPr lang="en-US" altLang="ko-KR" sz="12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2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2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2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2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검색할 내용을 선택 해 주세요</a:t>
            </a:r>
            <a:r>
              <a:rPr lang="en-US" altLang="ko-KR" sz="12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200" dirty="0">
                <a:solidFill>
                  <a:srgbClr val="D4D4D4"/>
                </a:solidFill>
                <a:effectLst/>
              </a:rPr>
            </a:br>
            <a:r>
              <a:rPr lang="en-US" altLang="ko-KR" sz="12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fnc</a:t>
            </a:r>
            <a:r>
              <a:rPr lang="en-US" altLang="ko-KR" sz="12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dirty="0" err="1">
                <a:solidFill>
                  <a:srgbClr val="E6E6AA"/>
                </a:solidFill>
                <a:effectLst/>
              </a:rPr>
              <a:t>loopFnc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200" dirty="0">
                <a:solidFill>
                  <a:srgbClr val="D4D4D4"/>
                </a:solidFill>
                <a:effectLst/>
              </a:rPr>
            </a:br>
            <a:r>
              <a:rPr lang="en-US" altLang="ko-KR" sz="1200" dirty="0">
                <a:solidFill>
                  <a:srgbClr val="54A857"/>
                </a:solidFill>
                <a:effectLst/>
              </a:rPr>
              <a:t>}</a:t>
            </a:r>
            <a:br>
              <a:rPr lang="en-US" altLang="ko-KR" sz="1200" dirty="0">
                <a:solidFill>
                  <a:srgbClr val="54A857"/>
                </a:solidFill>
                <a:effectLst/>
              </a:rPr>
            </a:br>
            <a:r>
              <a:rPr lang="en-US" altLang="ko-KR" sz="1200" dirty="0">
                <a:solidFill>
                  <a:srgbClr val="699856"/>
                </a:solidFill>
                <a:effectLst/>
              </a:rPr>
              <a:t>// info 3</a:t>
            </a:r>
            <a:r>
              <a:rPr lang="ko-KR" altLang="en-US" sz="12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번 삭제 메서드</a:t>
            </a:r>
            <a:br>
              <a:rPr lang="ko-KR" altLang="en-US" sz="12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en-US" altLang="ko-KR" sz="1200" dirty="0">
                <a:solidFill>
                  <a:srgbClr val="47A2ED"/>
                </a:solidFill>
                <a:effectLst/>
              </a:rPr>
              <a:t>private void </a:t>
            </a:r>
            <a:r>
              <a:rPr lang="en-US" altLang="ko-KR" sz="1200" dirty="0" err="1">
                <a:solidFill>
                  <a:srgbClr val="E6E6AA"/>
                </a:solidFill>
                <a:effectLst/>
              </a:rPr>
              <a:t>delWord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() </a:t>
            </a:r>
            <a:r>
              <a:rPr lang="en-US" altLang="ko-KR" sz="1200" dirty="0">
                <a:solidFill>
                  <a:srgbClr val="54A857"/>
                </a:solidFill>
                <a:effectLst/>
              </a:rPr>
              <a:t>{</a:t>
            </a:r>
            <a:br>
              <a:rPr lang="en-US" altLang="ko-KR" sz="1200" dirty="0">
                <a:solidFill>
                  <a:srgbClr val="54A857"/>
                </a:solidFill>
                <a:effectLst/>
              </a:rPr>
            </a:br>
            <a:r>
              <a:rPr lang="en-US" altLang="ko-KR" sz="1200" dirty="0">
                <a:solidFill>
                  <a:srgbClr val="54A857"/>
                </a:solidFill>
                <a:effectLst/>
              </a:rPr>
              <a:t>    </a:t>
            </a:r>
            <a:r>
              <a:rPr lang="en-US" altLang="ko-KR" sz="12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2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2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2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2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삭제할 단어의 분류를 선택하세요</a:t>
            </a:r>
            <a:r>
              <a:rPr lang="en-US" altLang="ko-KR" sz="12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200" dirty="0">
                <a:solidFill>
                  <a:srgbClr val="D4D4D4"/>
                </a:solidFill>
                <a:effectLst/>
              </a:rPr>
            </a:br>
            <a:r>
              <a:rPr lang="en-US" altLang="ko-KR" sz="12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200" dirty="0">
                <a:solidFill>
                  <a:srgbClr val="47CCB1"/>
                </a:solidFill>
                <a:effectLst/>
              </a:rPr>
              <a:t>Words </a:t>
            </a:r>
            <a:r>
              <a:rPr lang="en-US" altLang="ko-KR" sz="1200" dirty="0">
                <a:solidFill>
                  <a:srgbClr val="94DBFD"/>
                </a:solidFill>
                <a:effectLst/>
              </a:rPr>
              <a:t>w 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fnc</a:t>
            </a:r>
            <a:r>
              <a:rPr lang="en-US" altLang="ko-KR" sz="12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dirty="0" err="1">
                <a:solidFill>
                  <a:srgbClr val="E6E6AA"/>
                </a:solidFill>
                <a:effectLst/>
              </a:rPr>
              <a:t>pickFun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200" dirty="0">
                <a:solidFill>
                  <a:srgbClr val="D4D4D4"/>
                </a:solidFill>
                <a:effectLst/>
              </a:rPr>
            </a:br>
            <a:r>
              <a:rPr lang="en-US" altLang="ko-KR" sz="12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200" dirty="0">
                <a:solidFill>
                  <a:srgbClr val="CC85C6"/>
                </a:solidFill>
                <a:effectLst/>
              </a:rPr>
              <a:t>for 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2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200" dirty="0">
                <a:solidFill>
                  <a:srgbClr val="B4CDA8"/>
                </a:solidFill>
                <a:effectLst/>
              </a:rPr>
              <a:t>0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&lt; 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2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i="1" dirty="0" err="1">
                <a:solidFill>
                  <a:srgbClr val="4FC1FF"/>
                </a:solidFill>
                <a:effectLst/>
              </a:rPr>
              <a:t>length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++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) </a:t>
            </a:r>
            <a:r>
              <a:rPr lang="en-US" altLang="ko-KR" sz="1200" dirty="0">
                <a:solidFill>
                  <a:srgbClr val="359FF4"/>
                </a:solidFill>
                <a:effectLst/>
              </a:rPr>
              <a:t>{</a:t>
            </a:r>
            <a:br>
              <a:rPr lang="en-US" altLang="ko-KR" sz="1200" dirty="0">
                <a:solidFill>
                  <a:srgbClr val="359FF4"/>
                </a:solidFill>
                <a:effectLst/>
              </a:rPr>
            </a:br>
            <a:r>
              <a:rPr lang="en-US" altLang="ko-KR" sz="1200" dirty="0">
                <a:solidFill>
                  <a:srgbClr val="359FF4"/>
                </a:solidFill>
                <a:effectLst/>
              </a:rPr>
              <a:t>        </a:t>
            </a:r>
            <a:r>
              <a:rPr lang="en-US" altLang="ko-KR" sz="12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12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] 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!= </a:t>
            </a:r>
            <a:r>
              <a:rPr lang="en-US" altLang="ko-KR" sz="1200" dirty="0">
                <a:solidFill>
                  <a:srgbClr val="47A2ED"/>
                </a:solidFill>
                <a:effectLst/>
              </a:rPr>
              <a:t>null </a:t>
            </a:r>
            <a:r>
              <a:rPr lang="en-US" altLang="ko-KR" sz="1200" dirty="0">
                <a:solidFill>
                  <a:srgbClr val="54A857"/>
                </a:solidFill>
                <a:effectLst/>
              </a:rPr>
              <a:t>) </a:t>
            </a:r>
            <a:r>
              <a:rPr lang="en-US" altLang="ko-KR" sz="1200" dirty="0">
                <a:solidFill>
                  <a:srgbClr val="6E7ED9"/>
                </a:solidFill>
                <a:effectLst/>
              </a:rPr>
              <a:t>{</a:t>
            </a:r>
            <a:br>
              <a:rPr lang="en-US" altLang="ko-KR" sz="1200" dirty="0">
                <a:solidFill>
                  <a:srgbClr val="6E7ED9"/>
                </a:solidFill>
                <a:effectLst/>
              </a:rPr>
            </a:br>
            <a:r>
              <a:rPr lang="en-US" altLang="ko-KR" sz="1200" dirty="0">
                <a:solidFill>
                  <a:srgbClr val="6E7ED9"/>
                </a:solidFill>
                <a:effectLst/>
              </a:rPr>
              <a:t>            </a:t>
            </a:r>
            <a:r>
              <a:rPr lang="en-US" altLang="ko-KR" sz="12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1200" dirty="0">
                <a:solidFill>
                  <a:srgbClr val="359FF4"/>
                </a:solidFill>
                <a:effectLst/>
              </a:rPr>
              <a:t>(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2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dirty="0" err="1">
                <a:solidFill>
                  <a:srgbClr val="E6E6AA"/>
                </a:solidFill>
                <a:effectLst/>
              </a:rPr>
              <a:t>equals</a:t>
            </a:r>
            <a:r>
              <a:rPr lang="en-US" altLang="ko-KR" sz="1200" dirty="0">
                <a:solidFill>
                  <a:srgbClr val="6E7ED9"/>
                </a:solidFill>
                <a:effectLst/>
              </a:rPr>
              <a:t>(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1200" dirty="0">
                <a:solidFill>
                  <a:srgbClr val="6E7ED9"/>
                </a:solidFill>
                <a:effectLst/>
              </a:rPr>
              <a:t>)</a:t>
            </a:r>
            <a:r>
              <a:rPr lang="en-US" altLang="ko-KR" sz="1200" dirty="0">
                <a:solidFill>
                  <a:srgbClr val="359FF4"/>
                </a:solidFill>
                <a:effectLst/>
              </a:rPr>
              <a:t>) </a:t>
            </a:r>
            <a:r>
              <a:rPr lang="en-US" altLang="ko-KR" sz="1200" dirty="0">
                <a:solidFill>
                  <a:srgbClr val="179387"/>
                </a:solidFill>
                <a:effectLst/>
              </a:rPr>
              <a:t>{</a:t>
            </a:r>
            <a:br>
              <a:rPr lang="en-US" altLang="ko-KR" sz="1200" dirty="0">
                <a:solidFill>
                  <a:srgbClr val="179387"/>
                </a:solidFill>
                <a:effectLst/>
              </a:rPr>
            </a:br>
            <a:r>
              <a:rPr lang="en-US" altLang="ko-KR" sz="1200" dirty="0">
                <a:solidFill>
                  <a:srgbClr val="179387"/>
                </a:solidFill>
                <a:effectLst/>
              </a:rPr>
              <a:t>                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dirty="0" err="1">
                <a:solidFill>
                  <a:srgbClr val="E6E6AA"/>
                </a:solidFill>
                <a:effectLst/>
              </a:rPr>
              <a:t>prt</a:t>
            </a:r>
            <a:r>
              <a:rPr lang="en-US" altLang="ko-KR" sz="1200" dirty="0">
                <a:solidFill>
                  <a:srgbClr val="6E7ED9"/>
                </a:solidFill>
                <a:effectLst/>
              </a:rPr>
              <a:t>()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200" dirty="0">
                <a:solidFill>
                  <a:srgbClr val="D4D4D4"/>
                </a:solidFill>
                <a:effectLst/>
              </a:rPr>
            </a:br>
            <a:r>
              <a:rPr lang="en-US" altLang="ko-KR" sz="12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2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2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2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200" dirty="0">
                <a:solidFill>
                  <a:srgbClr val="6E7ED9"/>
                </a:solidFill>
                <a:effectLst/>
              </a:rPr>
              <a:t>(</a:t>
            </a:r>
            <a:r>
              <a:rPr lang="en-US" altLang="ko-KR" sz="1200" dirty="0">
                <a:solidFill>
                  <a:srgbClr val="CD9069"/>
                </a:solidFill>
                <a:effectLst/>
              </a:rPr>
              <a:t>" &gt;&gt; [ " 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+ 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]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krWord</a:t>
            </a:r>
            <a:r>
              <a:rPr lang="en-US" altLang="ko-KR" sz="1200" dirty="0">
                <a:solidFill>
                  <a:srgbClr val="8CD7FF"/>
                </a:solidFill>
                <a:effectLst/>
              </a:rPr>
              <a:t> 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+ </a:t>
            </a:r>
            <a:r>
              <a:rPr lang="en-US" altLang="ko-KR" sz="1200" dirty="0">
                <a:solidFill>
                  <a:srgbClr val="CD9069"/>
                </a:solidFill>
                <a:effectLst/>
              </a:rPr>
              <a:t>" ] </a:t>
            </a:r>
            <a:r>
              <a:rPr lang="ko-KR" altLang="en-US" sz="12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삭제 완료</a:t>
            </a:r>
            <a:r>
              <a:rPr lang="ko-KR" altLang="en-US" sz="12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2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200" dirty="0">
                <a:solidFill>
                  <a:srgbClr val="6E7ED9"/>
                </a:solidFill>
                <a:effectLst/>
              </a:rPr>
              <a:t>)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200" dirty="0">
                <a:solidFill>
                  <a:srgbClr val="D4D4D4"/>
                </a:solidFill>
                <a:effectLst/>
              </a:rPr>
            </a:br>
            <a:r>
              <a:rPr lang="en-US" altLang="ko-KR" sz="12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2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2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200" dirty="0">
                <a:solidFill>
                  <a:srgbClr val="E8BA36"/>
                </a:solidFill>
                <a:effectLst/>
              </a:rPr>
              <a:t>] 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200" dirty="0">
                <a:solidFill>
                  <a:srgbClr val="CC85C6"/>
                </a:solidFill>
                <a:effectLst/>
              </a:rPr>
              <a:t>new </a:t>
            </a:r>
            <a:r>
              <a:rPr lang="en-US" altLang="ko-KR" sz="1200" dirty="0">
                <a:solidFill>
                  <a:srgbClr val="E6E6AA"/>
                </a:solidFill>
                <a:effectLst/>
              </a:rPr>
              <a:t>Words</a:t>
            </a:r>
            <a:r>
              <a:rPr lang="en-US" altLang="ko-KR" sz="1200" dirty="0">
                <a:solidFill>
                  <a:srgbClr val="6E7ED9"/>
                </a:solidFill>
                <a:effectLst/>
              </a:rPr>
              <a:t>()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200" dirty="0">
                <a:solidFill>
                  <a:srgbClr val="D4D4D4"/>
                </a:solidFill>
                <a:effectLst/>
              </a:rPr>
            </a:br>
            <a:r>
              <a:rPr lang="en-US" altLang="ko-KR" sz="12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200" dirty="0">
                <a:solidFill>
                  <a:srgbClr val="94DBFD"/>
                </a:solidFill>
                <a:effectLst/>
              </a:rPr>
              <a:t>w 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2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200" dirty="0">
                <a:solidFill>
                  <a:srgbClr val="D4D4D4"/>
                </a:solidFill>
                <a:effectLst/>
              </a:rPr>
            </a:br>
            <a:r>
              <a:rPr lang="en-US" altLang="ko-KR" sz="12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2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2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200" dirty="0">
                <a:solidFill>
                  <a:srgbClr val="D4D4D4"/>
                </a:solidFill>
                <a:effectLst/>
              </a:rPr>
            </a:br>
            <a:r>
              <a:rPr lang="en-US" altLang="ko-KR" sz="12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200" dirty="0">
                <a:solidFill>
                  <a:srgbClr val="179387"/>
                </a:solidFill>
                <a:effectLst/>
              </a:rPr>
              <a:t>}</a:t>
            </a:r>
            <a:br>
              <a:rPr lang="en-US" altLang="ko-KR" sz="1200" dirty="0">
                <a:solidFill>
                  <a:srgbClr val="179387"/>
                </a:solidFill>
                <a:effectLst/>
              </a:rPr>
            </a:br>
            <a:r>
              <a:rPr lang="en-US" altLang="ko-KR" sz="1200" dirty="0">
                <a:solidFill>
                  <a:srgbClr val="179387"/>
                </a:solidFill>
                <a:effectLst/>
              </a:rPr>
              <a:t>        </a:t>
            </a:r>
            <a:r>
              <a:rPr lang="en-US" altLang="ko-KR" sz="1200" dirty="0">
                <a:solidFill>
                  <a:srgbClr val="6E7ED9"/>
                </a:solidFill>
                <a:effectLst/>
              </a:rPr>
              <a:t>}</a:t>
            </a:r>
            <a:br>
              <a:rPr lang="en-US" altLang="ko-KR" sz="1200" dirty="0">
                <a:solidFill>
                  <a:srgbClr val="6E7ED9"/>
                </a:solidFill>
                <a:effectLst/>
              </a:rPr>
            </a:br>
            <a:r>
              <a:rPr lang="en-US" altLang="ko-KR" sz="1200" dirty="0">
                <a:solidFill>
                  <a:srgbClr val="6E7ED9"/>
                </a:solidFill>
                <a:effectLst/>
              </a:rPr>
              <a:t>    </a:t>
            </a:r>
            <a:r>
              <a:rPr lang="en-US" altLang="ko-KR" sz="1200" dirty="0">
                <a:solidFill>
                  <a:srgbClr val="359FF4"/>
                </a:solidFill>
                <a:effectLst/>
              </a:rPr>
              <a:t>}</a:t>
            </a:r>
            <a:br>
              <a:rPr lang="en-US" altLang="ko-KR" sz="1200" dirty="0">
                <a:solidFill>
                  <a:srgbClr val="359FF4"/>
                </a:solidFill>
                <a:effectLst/>
              </a:rPr>
            </a:br>
            <a:r>
              <a:rPr lang="en-US" altLang="ko-KR" sz="1200" dirty="0">
                <a:solidFill>
                  <a:srgbClr val="54A857"/>
                </a:solidFill>
                <a:effectLst/>
              </a:rPr>
              <a:t>}</a:t>
            </a:r>
            <a:endParaRPr lang="en-US" altLang="ko-KR" sz="1200" dirty="0">
              <a:solidFill>
                <a:srgbClr val="D4D4D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8023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0916B6-4A84-AF7F-C2E2-7F699266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35" y="1143000"/>
            <a:ext cx="3285045" cy="4572000"/>
          </a:xfrm>
        </p:spPr>
        <p:txBody>
          <a:bodyPr anchor="ctr">
            <a:normAutofit/>
          </a:bodyPr>
          <a:lstStyle/>
          <a:p>
            <a:pPr algn="r"/>
            <a:r>
              <a:rPr kumimoji="1" lang="en-US" altLang="ko-KR" dirty="0"/>
              <a:t>Package</a:t>
            </a:r>
            <a:br>
              <a:rPr kumimoji="1" lang="en-US" altLang="ko-KR" dirty="0"/>
            </a:br>
            <a:r>
              <a:rPr kumimoji="1" lang="en-US" altLang="ko-KR" dirty="0" err="1"/>
              <a:t>wordNote</a:t>
            </a:r>
            <a:br>
              <a:rPr kumimoji="1" lang="en-US" altLang="ko-KR" dirty="0"/>
            </a:br>
            <a:r>
              <a:rPr kumimoji="1" lang="en-US" altLang="ko-KR" dirty="0"/>
              <a:t>Note Class</a:t>
            </a:r>
            <a:br>
              <a:rPr kumimoji="1" lang="en-US" altLang="ko-KR" dirty="0"/>
            </a:br>
            <a:r>
              <a:rPr kumimoji="1" lang="en-US" altLang="ko-KR" dirty="0"/>
              <a:t>(3/4)</a:t>
            </a:r>
            <a:endParaRPr kumimoji="1" lang="ko-KR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08320" y="-1"/>
            <a:ext cx="54864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C7143E-7EEB-B36D-3E6C-A7C47DBA7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3275" y="1"/>
            <a:ext cx="5748108" cy="6858000"/>
          </a:xfrm>
        </p:spPr>
        <p:txBody>
          <a:bodyPr anchor="ctr">
            <a:normAutofit lnSpcReduction="10000"/>
          </a:bodyPr>
          <a:lstStyle/>
          <a:p>
            <a:r>
              <a:rPr lang="en-US" altLang="ko-KR" sz="1000" dirty="0">
                <a:solidFill>
                  <a:srgbClr val="699856"/>
                </a:solidFill>
                <a:effectLst/>
              </a:rPr>
              <a:t>// info 2</a:t>
            </a:r>
            <a: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번 수정 메서드</a:t>
            </a:r>
            <a:b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en-US" altLang="ko-KR" sz="1000" dirty="0">
                <a:solidFill>
                  <a:srgbClr val="47A2ED"/>
                </a:solidFill>
                <a:effectLst/>
              </a:rPr>
              <a:t>private void 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editWord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() 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{</a:t>
            </a:r>
            <a:br>
              <a:rPr lang="en-US" altLang="ko-KR" sz="1000" dirty="0">
                <a:solidFill>
                  <a:srgbClr val="54A857"/>
                </a:solidFill>
                <a:effectLst/>
              </a:rPr>
            </a:br>
            <a:r>
              <a:rPr lang="en-US" altLang="ko-KR" sz="1000" dirty="0">
                <a:solidFill>
                  <a:srgbClr val="54A857"/>
                </a:solidFill>
                <a:effectLst/>
              </a:rPr>
              <a:t>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단어를 수정하겠습니다</a:t>
            </a:r>
            <a:r>
              <a:rPr lang="ko-KR" altLang="en-US" sz="10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.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수정할 단어를 찾겠습니다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000" dirty="0">
                <a:solidFill>
                  <a:srgbClr val="699856"/>
                </a:solidFill>
                <a:effectLst/>
              </a:rPr>
              <a:t>// </a:t>
            </a:r>
            <a:r>
              <a:rPr lang="en-US" altLang="ko-KR" sz="1000" dirty="0" err="1">
                <a:solidFill>
                  <a:srgbClr val="699856"/>
                </a:solidFill>
                <a:effectLst/>
              </a:rPr>
              <a:t>pickFun</a:t>
            </a:r>
            <a:r>
              <a:rPr lang="en-US" altLang="ko-KR" sz="1000" dirty="0">
                <a:solidFill>
                  <a:srgbClr val="699856"/>
                </a:solidFill>
                <a:effectLst/>
              </a:rPr>
              <a:t> </a:t>
            </a:r>
            <a: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메서드는 수정을 원하는 단어를 찾아 해당</a:t>
            </a:r>
            <a:r>
              <a:rPr lang="ko-KR" altLang="en-US" sz="1000" dirty="0">
                <a:solidFill>
                  <a:srgbClr val="699856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699856"/>
                </a:solidFill>
                <a:effectLst/>
              </a:rPr>
              <a:t>Words </a:t>
            </a:r>
            <a: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객체를 반환하는 메서드입니다</a:t>
            </a:r>
            <a:r>
              <a:rPr lang="ko-KR" altLang="en-US" sz="1000" dirty="0">
                <a:solidFill>
                  <a:srgbClr val="699856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699856"/>
                </a:solidFill>
                <a:effectLst/>
              </a:rPr>
              <a:t>.</a:t>
            </a:r>
            <a:br>
              <a:rPr lang="en-US" altLang="ko-KR" sz="1000" dirty="0">
                <a:solidFill>
                  <a:srgbClr val="699856"/>
                </a:solidFill>
                <a:effectLst/>
              </a:rPr>
            </a:br>
            <a:r>
              <a:rPr lang="en-US" altLang="ko-KR" sz="1000" dirty="0">
                <a:solidFill>
                  <a:srgbClr val="699856"/>
                </a:solidFill>
                <a:effectLst/>
              </a:rPr>
              <a:t>    // </a:t>
            </a:r>
            <a:r>
              <a:rPr lang="ko-KR" altLang="en-US" sz="1000" dirty="0" err="1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반환값의</a:t>
            </a:r>
            <a: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 주소</a:t>
            </a:r>
            <a:r>
              <a:rPr lang="en-US" altLang="ko-KR" sz="1000" dirty="0">
                <a:solidFill>
                  <a:srgbClr val="699856"/>
                </a:solidFill>
                <a:effectLst/>
              </a:rPr>
              <a:t>(</a:t>
            </a:r>
            <a:r>
              <a:rPr lang="en-US" altLang="ko-KR" sz="1000" dirty="0" err="1">
                <a:solidFill>
                  <a:srgbClr val="699856"/>
                </a:solidFill>
                <a:effectLst/>
              </a:rPr>
              <a:t>wordsNote</a:t>
            </a:r>
            <a:r>
              <a:rPr lang="en-US" altLang="ko-KR" sz="1000" dirty="0">
                <a:solidFill>
                  <a:srgbClr val="699856"/>
                </a:solidFill>
                <a:effectLst/>
              </a:rPr>
              <a:t>[</a:t>
            </a:r>
            <a: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인덱스번호</a:t>
            </a:r>
            <a:r>
              <a:rPr lang="en-US" altLang="ko-KR" sz="1000" dirty="0">
                <a:solidFill>
                  <a:srgbClr val="699856"/>
                </a:solidFill>
                <a:effectLst/>
              </a:rPr>
              <a:t>])</a:t>
            </a:r>
            <a:r>
              <a:rPr lang="ko-KR" altLang="en-US" sz="1000" dirty="0" err="1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를</a:t>
            </a:r>
            <a:r>
              <a:rPr lang="ko-KR" altLang="en-US" sz="1000" dirty="0">
                <a:solidFill>
                  <a:srgbClr val="699856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699856"/>
                </a:solidFill>
                <a:effectLst/>
              </a:rPr>
              <a:t>w</a:t>
            </a:r>
            <a: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변수에 값 복사를 하여 대입</a:t>
            </a:r>
            <a:b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-US" altLang="ko-KR" sz="1000" dirty="0">
                <a:solidFill>
                  <a:srgbClr val="47CCB1"/>
                </a:solidFill>
                <a:effectLst/>
              </a:rPr>
              <a:t>Words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w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fnc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pickFun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"[ "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+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krWord</a:t>
            </a:r>
            <a:r>
              <a:rPr lang="en-US" altLang="ko-KR" sz="1000" dirty="0">
                <a:solidFill>
                  <a:srgbClr val="8CD7FF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+ 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 ]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수정할 </a:t>
            </a:r>
            <a:r>
              <a:rPr lang="ko-KR" altLang="en-US" sz="1000" dirty="0" err="1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내용를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 선택하세요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"1. Level</a:t>
            </a:r>
            <a:r>
              <a:rPr lang="en-US" altLang="ko-KR" sz="1000" dirty="0">
                <a:solidFill>
                  <a:srgbClr val="D7BA7D"/>
                </a:solidFill>
                <a:effectLst/>
              </a:rPr>
              <a:t>\t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2.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한글 단어</a:t>
            </a:r>
            <a:r>
              <a:rPr lang="en-US" altLang="ko-KR" sz="1000" dirty="0">
                <a:solidFill>
                  <a:srgbClr val="D7BA7D"/>
                </a:solidFill>
                <a:effectLst/>
              </a:rPr>
              <a:t>\t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3.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영어 단어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메뉴 번호 입력</a:t>
            </a:r>
            <a:r>
              <a:rPr lang="ko-KR" altLang="en-US" sz="10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&gt;&gt; "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user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nextInt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switch 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user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 </a:t>
            </a:r>
            <a:r>
              <a:rPr lang="en-US" altLang="ko-KR" sz="1000" dirty="0">
                <a:solidFill>
                  <a:srgbClr val="359FF4"/>
                </a:solidFill>
                <a:effectLst/>
              </a:rPr>
              <a:t>{</a:t>
            </a:r>
            <a:br>
              <a:rPr lang="en-US" altLang="ko-KR" sz="1000" dirty="0">
                <a:solidFill>
                  <a:srgbClr val="359FF4"/>
                </a:solidFill>
                <a:effectLst/>
              </a:rPr>
            </a:br>
            <a:r>
              <a:rPr lang="en-US" altLang="ko-KR" sz="1000" dirty="0">
                <a:solidFill>
                  <a:srgbClr val="359FF4"/>
                </a:solidFill>
                <a:effectLst/>
              </a:rPr>
              <a:t>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1000" dirty="0">
                <a:solidFill>
                  <a:srgbClr val="B4CDA8"/>
                </a:solidFill>
                <a:effectLst/>
              </a:rPr>
              <a:t>1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: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수정될</a:t>
            </a:r>
            <a:r>
              <a:rPr lang="ko-KR" altLang="en-US" sz="10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Level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입력</a:t>
            </a:r>
            <a:r>
              <a:rPr lang="ko-KR" altLang="en-US" sz="10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&gt;&gt;  "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level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nextInt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stage</a:t>
            </a:r>
            <a:r>
              <a:rPr lang="en-US" altLang="ko-KR" sz="1000" dirty="0">
                <a:solidFill>
                  <a:srgbClr val="8CD7FF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level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000" dirty="0">
                <a:solidFill>
                  <a:srgbClr val="D7BA7D"/>
                </a:solidFill>
                <a:effectLst/>
              </a:rPr>
              <a:t>\t\t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[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변경 후</a:t>
            </a:r>
            <a:r>
              <a:rPr lang="ko-KR" altLang="en-US" sz="10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]"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prt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w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1000" dirty="0">
                <a:solidFill>
                  <a:srgbClr val="B4CDA8"/>
                </a:solidFill>
                <a:effectLst/>
              </a:rPr>
              <a:t>2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: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수정될 한글 단어 입력</a:t>
            </a:r>
            <a:r>
              <a:rPr lang="ko-KR" altLang="en-US" sz="10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&gt;&gt;  "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47CCB1"/>
                </a:solidFill>
                <a:effectLst/>
              </a:rPr>
              <a:t>String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editKor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krWord</a:t>
            </a:r>
            <a:r>
              <a:rPr lang="en-US" altLang="ko-KR" sz="1000" dirty="0">
                <a:solidFill>
                  <a:srgbClr val="8CD7FF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editKor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000" dirty="0">
                <a:solidFill>
                  <a:srgbClr val="D7BA7D"/>
                </a:solidFill>
                <a:effectLst/>
              </a:rPr>
              <a:t>\t\t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[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변경 후</a:t>
            </a:r>
            <a:r>
              <a:rPr lang="ko-KR" altLang="en-US" sz="10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]"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prt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w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case </a:t>
            </a:r>
            <a:r>
              <a:rPr lang="en-US" altLang="ko-KR" sz="1000" dirty="0">
                <a:solidFill>
                  <a:srgbClr val="B4CDA8"/>
                </a:solidFill>
                <a:effectLst/>
              </a:rPr>
              <a:t>3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: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수정될 영어 단어 입력</a:t>
            </a:r>
            <a:r>
              <a:rPr lang="ko-KR" altLang="en-US" sz="10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&gt;&gt;  "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47CCB1"/>
                </a:solidFill>
                <a:effectLst/>
              </a:rPr>
              <a:t>String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editEng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engWord</a:t>
            </a:r>
            <a:r>
              <a:rPr lang="en-US" altLang="ko-KR" sz="1000" dirty="0">
                <a:solidFill>
                  <a:srgbClr val="8CD7FF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editEng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000" dirty="0">
                <a:solidFill>
                  <a:srgbClr val="D7BA7D"/>
                </a:solidFill>
                <a:effectLst/>
              </a:rPr>
              <a:t>\t\t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[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변경 후</a:t>
            </a:r>
            <a:r>
              <a:rPr lang="ko-KR" altLang="en-US" sz="10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]"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prt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w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default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: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입력된 번호는 확인할 수 없는 범위입니다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."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000" dirty="0">
                <a:solidFill>
                  <a:srgbClr val="359FF4"/>
                </a:solidFill>
                <a:effectLst/>
              </a:rPr>
              <a:t>}</a:t>
            </a:r>
            <a:br>
              <a:rPr lang="en-US" altLang="ko-KR" sz="1000" dirty="0">
                <a:solidFill>
                  <a:srgbClr val="359FF4"/>
                </a:solidFill>
                <a:effectLst/>
              </a:rPr>
            </a:br>
            <a:r>
              <a:rPr lang="en-US" altLang="ko-KR" sz="1000" dirty="0">
                <a:solidFill>
                  <a:srgbClr val="54A857"/>
                </a:solidFill>
                <a:effectLst/>
              </a:rPr>
              <a:t>}</a:t>
            </a:r>
            <a:endParaRPr lang="ko-KR" altLang="en-US" sz="1000" dirty="0">
              <a:solidFill>
                <a:srgbClr val="D4D4D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87755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0916B6-4A84-AF7F-C2E2-7F699266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35" y="1143000"/>
            <a:ext cx="3285045" cy="4572000"/>
          </a:xfrm>
        </p:spPr>
        <p:txBody>
          <a:bodyPr anchor="ctr">
            <a:normAutofit/>
          </a:bodyPr>
          <a:lstStyle/>
          <a:p>
            <a:pPr algn="r"/>
            <a:r>
              <a:rPr kumimoji="1" lang="en-US" altLang="ko-KR" dirty="0"/>
              <a:t>Package</a:t>
            </a:r>
            <a:br>
              <a:rPr kumimoji="1" lang="en-US" altLang="ko-KR" dirty="0"/>
            </a:br>
            <a:r>
              <a:rPr kumimoji="1" lang="en-US" altLang="ko-KR" dirty="0" err="1"/>
              <a:t>wordNote</a:t>
            </a:r>
            <a:br>
              <a:rPr kumimoji="1" lang="en-US" altLang="ko-KR" dirty="0"/>
            </a:br>
            <a:r>
              <a:rPr kumimoji="1" lang="en-US" altLang="ko-KR" dirty="0"/>
              <a:t>Note Class</a:t>
            </a:r>
            <a:br>
              <a:rPr kumimoji="1" lang="en-US" altLang="ko-KR" dirty="0"/>
            </a:br>
            <a:r>
              <a:rPr kumimoji="1" lang="en-US" altLang="ko-KR" dirty="0"/>
              <a:t>(4/4)</a:t>
            </a:r>
            <a:endParaRPr kumimoji="1" lang="ko-KR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08320" y="-1"/>
            <a:ext cx="54864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C7143E-7EEB-B36D-3E6C-A7C47DBA7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7689" y="1"/>
            <a:ext cx="6333694" cy="6858000"/>
          </a:xfrm>
        </p:spPr>
        <p:txBody>
          <a:bodyPr anchor="ctr">
            <a:normAutofit/>
          </a:bodyPr>
          <a:lstStyle/>
          <a:p>
            <a:r>
              <a:rPr lang="en-US" altLang="ko-KR" sz="1000" dirty="0">
                <a:solidFill>
                  <a:srgbClr val="D4D4D4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699856"/>
                </a:solidFill>
                <a:effectLst/>
              </a:rPr>
              <a:t>// info 1</a:t>
            </a:r>
            <a: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번 입력 메서드</a:t>
            </a:r>
            <a:b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private void 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addWord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() 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{</a:t>
            </a:r>
            <a:br>
              <a:rPr lang="en-US" altLang="ko-KR" sz="1000" dirty="0">
                <a:solidFill>
                  <a:srgbClr val="54A857"/>
                </a:solidFill>
                <a:effectLst/>
              </a:rPr>
            </a:br>
            <a:r>
              <a:rPr lang="en-US" altLang="ko-KR" sz="1000" dirty="0">
                <a:solidFill>
                  <a:srgbClr val="54A857"/>
                </a:solidFill>
                <a:effectLst/>
              </a:rPr>
              <a:t>        </a:t>
            </a:r>
            <a:r>
              <a:rPr lang="en-US" altLang="ko-KR" sz="1000" dirty="0">
                <a:solidFill>
                  <a:srgbClr val="699856"/>
                </a:solidFill>
                <a:effectLst/>
              </a:rPr>
              <a:t>// </a:t>
            </a:r>
            <a: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단어 입력</a:t>
            </a:r>
            <a:b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</a:br>
            <a:r>
              <a:rPr lang="ko-KR" altLang="en-US" sz="1000" dirty="0">
                <a:solidFill>
                  <a:srgbClr val="699856"/>
                </a:solidFill>
                <a:effectLst/>
                <a:latin typeface="Menlo-Regular" panose="020B0609030804020204" pitchFamily="49" charset="0"/>
              </a:rPr>
              <a:t>        </a:t>
            </a:r>
            <a:r>
              <a:rPr lang="en-US" altLang="ko-KR" sz="1000" dirty="0">
                <a:solidFill>
                  <a:srgbClr val="47CCB1"/>
                </a:solidFill>
                <a:effectLst/>
              </a:rPr>
              <a:t>Words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w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new </a:t>
            </a:r>
            <a:r>
              <a:rPr lang="en-US" altLang="ko-KR" sz="1000" dirty="0">
                <a:solidFill>
                  <a:srgbClr val="E6E6AA"/>
                </a:solidFill>
                <a:effectLst/>
              </a:rPr>
              <a:t>Words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"lv 1 : </a:t>
            </a:r>
            <a:r>
              <a:rPr lang="ko-KR" altLang="en-US" sz="1000" dirty="0" err="1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쉬운단어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"lv 2 :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국가 및 </a:t>
            </a:r>
            <a:r>
              <a:rPr lang="ko-KR" altLang="en-US" sz="1000" dirty="0" err="1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지역명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"lv 3 :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동사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레벨 입력</a:t>
            </a:r>
            <a:r>
              <a:rPr lang="ko-KR" altLang="en-US" sz="10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&gt;&gt; "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level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nextInt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stage</a:t>
            </a:r>
            <a:r>
              <a:rPr lang="en-US" altLang="ko-KR" sz="1000" dirty="0">
                <a:solidFill>
                  <a:srgbClr val="8CD7FF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level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영어 단어 입력</a:t>
            </a:r>
            <a:r>
              <a:rPr lang="ko-KR" altLang="en-US" sz="10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&gt;&gt; "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>
                <a:solidFill>
                  <a:srgbClr val="47CCB1"/>
                </a:solidFill>
                <a:effectLst/>
              </a:rPr>
              <a:t>String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eng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engWord</a:t>
            </a:r>
            <a:r>
              <a:rPr lang="en-US" altLang="ko-KR" sz="1000" dirty="0">
                <a:solidFill>
                  <a:srgbClr val="8CD7FF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eng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한글 단어 입력</a:t>
            </a:r>
            <a:r>
              <a:rPr lang="ko-KR" altLang="en-US" sz="1000" dirty="0">
                <a:solidFill>
                  <a:srgbClr val="CD9069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&gt;&gt; "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>
                <a:solidFill>
                  <a:srgbClr val="47CCB1"/>
                </a:solidFill>
                <a:effectLst/>
              </a:rPr>
              <a:t>String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kor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in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nextLine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krWord</a:t>
            </a:r>
            <a:r>
              <a:rPr lang="en-US" altLang="ko-KR" sz="1000" dirty="0">
                <a:solidFill>
                  <a:srgbClr val="8CD7FF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kor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for 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int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>
                <a:solidFill>
                  <a:srgbClr val="B4CDA8"/>
                </a:solidFill>
                <a:effectLst/>
              </a:rPr>
              <a:t>0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&lt;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i="1" dirty="0" err="1">
                <a:solidFill>
                  <a:srgbClr val="4FC1FF"/>
                </a:solidFill>
                <a:effectLst/>
              </a:rPr>
              <a:t>length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++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 </a:t>
            </a:r>
            <a:r>
              <a:rPr lang="en-US" altLang="ko-KR" sz="1000" dirty="0">
                <a:solidFill>
                  <a:srgbClr val="359FF4"/>
                </a:solidFill>
                <a:effectLst/>
              </a:rPr>
              <a:t>{</a:t>
            </a:r>
            <a:br>
              <a:rPr lang="en-US" altLang="ko-KR" sz="1000" dirty="0">
                <a:solidFill>
                  <a:srgbClr val="359FF4"/>
                </a:solidFill>
                <a:effectLst/>
              </a:rPr>
            </a:br>
            <a:r>
              <a:rPr lang="en-US" altLang="ko-KR" sz="1000" dirty="0">
                <a:solidFill>
                  <a:srgbClr val="359FF4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if 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(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]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==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null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&amp;&amp;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fnc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duplicateString</a:t>
            </a:r>
            <a:r>
              <a:rPr lang="en-US" altLang="ko-KR" sz="1000" dirty="0">
                <a:solidFill>
                  <a:srgbClr val="359FF4"/>
                </a:solidFill>
                <a:effectLst/>
              </a:rPr>
              <a:t>(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,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engWord</a:t>
            </a:r>
            <a:r>
              <a:rPr lang="en-US" altLang="ko-KR" sz="1000" dirty="0">
                <a:solidFill>
                  <a:srgbClr val="359FF4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) </a:t>
            </a:r>
            <a:r>
              <a:rPr lang="en-US" altLang="ko-KR" sz="1000" dirty="0">
                <a:solidFill>
                  <a:srgbClr val="6E7ED9"/>
                </a:solidFill>
                <a:effectLst/>
              </a:rPr>
              <a:t>{</a:t>
            </a:r>
            <a:br>
              <a:rPr lang="en-US" altLang="ko-KR" sz="1000" dirty="0">
                <a:solidFill>
                  <a:srgbClr val="6E7ED9"/>
                </a:solidFill>
                <a:effectLst/>
              </a:rPr>
            </a:br>
            <a:r>
              <a:rPr lang="en-US" altLang="ko-KR" sz="1000" dirty="0">
                <a:solidFill>
                  <a:srgbClr val="6E7ED9"/>
                </a:solidFill>
                <a:effectLst/>
              </a:rPr>
              <a:t>                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]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000" dirty="0">
                <a:solidFill>
                  <a:srgbClr val="94DBFD"/>
                </a:solidFill>
                <a:effectLst/>
              </a:rPr>
              <a:t>w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=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null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6E7ED9"/>
                </a:solidFill>
                <a:effectLst/>
              </a:rPr>
              <a:t>}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else if </a:t>
            </a:r>
            <a:r>
              <a:rPr lang="en-US" altLang="ko-KR" sz="1000" dirty="0">
                <a:solidFill>
                  <a:srgbClr val="359FF4"/>
                </a:solidFill>
                <a:effectLst/>
              </a:rPr>
              <a:t>(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[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i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]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!=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null 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&amp;&amp; !</a:t>
            </a:r>
            <a:r>
              <a:rPr lang="en-US" altLang="ko-KR" sz="1000" dirty="0">
                <a:solidFill>
                  <a:srgbClr val="6E7ED9"/>
                </a:solidFill>
                <a:effectLst/>
              </a:rPr>
              <a:t>(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fnc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duplicateString</a:t>
            </a:r>
            <a:r>
              <a:rPr lang="en-US" altLang="ko-KR" sz="1000" dirty="0">
                <a:solidFill>
                  <a:srgbClr val="179387"/>
                </a:solidFill>
                <a:effectLst/>
              </a:rPr>
              <a:t>(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wordsNote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, </a:t>
            </a:r>
            <a:r>
              <a:rPr lang="en-US" altLang="ko-KR" sz="1000" dirty="0" err="1">
                <a:solidFill>
                  <a:srgbClr val="94DBFD"/>
                </a:solidFill>
                <a:effectLst/>
              </a:rPr>
              <a:t>w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8CD7FF"/>
                </a:solidFill>
                <a:effectLst/>
              </a:rPr>
              <a:t>engWord</a:t>
            </a:r>
            <a:r>
              <a:rPr lang="en-US" altLang="ko-KR" sz="1000" dirty="0">
                <a:solidFill>
                  <a:srgbClr val="179387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6E7ED9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359FF4"/>
                </a:solidFill>
                <a:effectLst/>
              </a:rPr>
              <a:t>) </a:t>
            </a:r>
            <a:r>
              <a:rPr lang="en-US" altLang="ko-KR" sz="1000" dirty="0">
                <a:solidFill>
                  <a:srgbClr val="6E7ED9"/>
                </a:solidFill>
                <a:effectLst/>
              </a:rPr>
              <a:t>{</a:t>
            </a:r>
            <a:br>
              <a:rPr lang="en-US" altLang="ko-KR" sz="1000" dirty="0">
                <a:solidFill>
                  <a:srgbClr val="6E7ED9"/>
                </a:solidFill>
                <a:effectLst/>
              </a:rPr>
            </a:br>
            <a:r>
              <a:rPr lang="en-US" altLang="ko-KR" sz="1000" dirty="0">
                <a:solidFill>
                  <a:srgbClr val="6E7ED9"/>
                </a:solidFill>
                <a:effectLst/>
              </a:rPr>
              <a:t>        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6E7ED9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영단어가 중복되었거나 잘못된 등록 방식입니다 다시 시도해주세요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000" dirty="0">
                <a:solidFill>
                  <a:srgbClr val="6E7ED9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    </a:t>
            </a:r>
            <a:r>
              <a:rPr lang="en-US" altLang="ko-KR" sz="1000" dirty="0">
                <a:solidFill>
                  <a:srgbClr val="CC85C6"/>
                </a:solidFill>
                <a:effectLst/>
              </a:rPr>
              <a:t>break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    </a:t>
            </a:r>
            <a:r>
              <a:rPr lang="en-US" altLang="ko-KR" sz="1000" dirty="0">
                <a:solidFill>
                  <a:srgbClr val="6E7ED9"/>
                </a:solidFill>
                <a:effectLst/>
              </a:rPr>
              <a:t>}</a:t>
            </a:r>
            <a:br>
              <a:rPr lang="en-US" altLang="ko-KR" sz="1000" dirty="0">
                <a:solidFill>
                  <a:srgbClr val="6E7ED9"/>
                </a:solidFill>
                <a:effectLst/>
              </a:rPr>
            </a:br>
            <a:r>
              <a:rPr lang="en-US" altLang="ko-KR" sz="1000" dirty="0">
                <a:solidFill>
                  <a:srgbClr val="6E7ED9"/>
                </a:solidFill>
                <a:effectLst/>
              </a:rPr>
              <a:t>        </a:t>
            </a:r>
            <a:r>
              <a:rPr lang="en-US" altLang="ko-KR" sz="1000" dirty="0">
                <a:solidFill>
                  <a:srgbClr val="359FF4"/>
                </a:solidFill>
                <a:effectLst/>
              </a:rPr>
              <a:t>}</a:t>
            </a:r>
            <a:br>
              <a:rPr lang="en-US" altLang="ko-KR" sz="1000" dirty="0">
                <a:solidFill>
                  <a:srgbClr val="359FF4"/>
                </a:solidFill>
                <a:effectLst/>
              </a:rPr>
            </a:br>
            <a:r>
              <a:rPr lang="en-US" altLang="ko-KR" sz="1000" dirty="0">
                <a:solidFill>
                  <a:srgbClr val="359FF4"/>
                </a:solidFill>
                <a:effectLst/>
              </a:rPr>
              <a:t>    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}</a:t>
            </a:r>
            <a:br>
              <a:rPr lang="en-US" altLang="ko-KR" sz="1000" dirty="0">
                <a:solidFill>
                  <a:srgbClr val="54A857"/>
                </a:solidFill>
                <a:effectLst/>
              </a:rPr>
            </a:br>
            <a:r>
              <a:rPr lang="en-US" altLang="ko-KR" sz="1000" dirty="0">
                <a:solidFill>
                  <a:srgbClr val="54A857"/>
                </a:solidFill>
                <a:effectLst/>
              </a:rPr>
              <a:t>    </a:t>
            </a:r>
            <a:r>
              <a:rPr lang="en-US" altLang="ko-KR" sz="1000" dirty="0">
                <a:solidFill>
                  <a:srgbClr val="47A2ED"/>
                </a:solidFill>
                <a:effectLst/>
              </a:rPr>
              <a:t>private void </a:t>
            </a:r>
            <a:r>
              <a:rPr lang="en-US" altLang="ko-KR" sz="1000" dirty="0">
                <a:solidFill>
                  <a:srgbClr val="E6E6AA"/>
                </a:solidFill>
                <a:effectLst/>
              </a:rPr>
              <a:t>info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() 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{</a:t>
            </a:r>
            <a:br>
              <a:rPr lang="en-US" altLang="ko-KR" sz="1000" dirty="0">
                <a:solidFill>
                  <a:srgbClr val="54A857"/>
                </a:solidFill>
                <a:effectLst/>
              </a:rPr>
            </a:br>
            <a:r>
              <a:rPr lang="en-US" altLang="ko-KR" sz="1000" dirty="0">
                <a:solidFill>
                  <a:srgbClr val="54A857"/>
                </a:solidFill>
                <a:effectLst/>
              </a:rPr>
              <a:t>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000" dirty="0">
                <a:solidFill>
                  <a:srgbClr val="D7BA7D"/>
                </a:solidFill>
                <a:effectLst/>
              </a:rPr>
              <a:t>\n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====================================="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단어장 프로그램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    </a:t>
            </a:r>
            <a:r>
              <a:rPr lang="en-US" altLang="ko-KR" sz="1000" dirty="0" err="1">
                <a:solidFill>
                  <a:srgbClr val="47CCB1"/>
                </a:solidFill>
                <a:effectLst/>
              </a:rPr>
              <a:t>System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b="1" i="1" dirty="0" err="1">
                <a:solidFill>
                  <a:srgbClr val="4FC1FF"/>
                </a:solidFill>
                <a:effectLst/>
              </a:rPr>
              <a:t>out</a:t>
            </a:r>
            <a:r>
              <a:rPr lang="en-US" altLang="ko-KR" sz="1000" dirty="0" err="1">
                <a:solidFill>
                  <a:srgbClr val="D4D4D4"/>
                </a:solidFill>
                <a:effectLst/>
              </a:rPr>
              <a:t>.</a:t>
            </a:r>
            <a:r>
              <a:rPr lang="en-US" altLang="ko-KR" sz="1000" dirty="0" err="1">
                <a:solidFill>
                  <a:srgbClr val="E6E6AA"/>
                </a:solidFill>
                <a:effectLst/>
              </a:rPr>
              <a:t>println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(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"1.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단어 입력</a:t>
            </a:r>
            <a:r>
              <a:rPr lang="en-US" altLang="ko-KR" sz="1000" dirty="0">
                <a:solidFill>
                  <a:srgbClr val="D7BA7D"/>
                </a:solidFill>
                <a:effectLst/>
              </a:rPr>
              <a:t>\t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2.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단어 수정</a:t>
            </a:r>
            <a:r>
              <a:rPr lang="en-US" altLang="ko-KR" sz="1000" dirty="0">
                <a:solidFill>
                  <a:srgbClr val="D7BA7D"/>
                </a:solidFill>
                <a:effectLst/>
              </a:rPr>
              <a:t>\t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3.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단어 삭제</a:t>
            </a:r>
            <a:r>
              <a:rPr lang="en-US" altLang="ko-KR" sz="1000" dirty="0">
                <a:solidFill>
                  <a:srgbClr val="D7BA7D"/>
                </a:solidFill>
                <a:effectLst/>
              </a:rPr>
              <a:t>\t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4.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단어 검색</a:t>
            </a:r>
            <a:r>
              <a:rPr lang="en-US" altLang="ko-KR" sz="1000" dirty="0">
                <a:solidFill>
                  <a:srgbClr val="D7BA7D"/>
                </a:solidFill>
                <a:effectLst/>
              </a:rPr>
              <a:t>\t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5.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전체 보기</a:t>
            </a:r>
            <a:r>
              <a:rPr lang="en-US" altLang="ko-KR" sz="1000" dirty="0">
                <a:solidFill>
                  <a:srgbClr val="D7BA7D"/>
                </a:solidFill>
                <a:effectLst/>
              </a:rPr>
              <a:t>\t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6. </a:t>
            </a:r>
            <a:r>
              <a:rPr lang="ko-KR" altLang="en-US" sz="1000" dirty="0">
                <a:solidFill>
                  <a:srgbClr val="CD9069"/>
                </a:solidFill>
                <a:effectLst/>
                <a:latin typeface="Menlo-Regular" panose="020B0609030804020204" pitchFamily="49" charset="0"/>
              </a:rPr>
              <a:t>노트 종료</a:t>
            </a:r>
            <a:r>
              <a:rPr lang="en-US" altLang="ko-KR" sz="1000" dirty="0">
                <a:solidFill>
                  <a:srgbClr val="CD9069"/>
                </a:solidFill>
                <a:effectLst/>
              </a:rPr>
              <a:t>"</a:t>
            </a:r>
            <a:r>
              <a:rPr lang="en-US" altLang="ko-KR" sz="1000" dirty="0">
                <a:solidFill>
                  <a:srgbClr val="E8BA36"/>
                </a:solidFill>
                <a:effectLst/>
              </a:rPr>
              <a:t>)</a:t>
            </a:r>
            <a:r>
              <a:rPr lang="en-US" altLang="ko-KR" sz="1000" dirty="0">
                <a:solidFill>
                  <a:srgbClr val="D4D4D4"/>
                </a:solidFill>
                <a:effectLst/>
              </a:rPr>
              <a:t>;</a:t>
            </a:r>
            <a:br>
              <a:rPr lang="en-US" altLang="ko-KR" sz="1000" dirty="0">
                <a:solidFill>
                  <a:srgbClr val="D4D4D4"/>
                </a:solidFill>
                <a:effectLst/>
              </a:rPr>
            </a:br>
            <a:r>
              <a:rPr lang="en-US" altLang="ko-KR" sz="1000" dirty="0">
                <a:solidFill>
                  <a:srgbClr val="D4D4D4"/>
                </a:solidFill>
                <a:effectLst/>
              </a:rPr>
              <a:t>    </a:t>
            </a:r>
            <a:r>
              <a:rPr lang="en-US" altLang="ko-KR" sz="1000" dirty="0">
                <a:solidFill>
                  <a:srgbClr val="54A857"/>
                </a:solidFill>
                <a:effectLst/>
              </a:rPr>
              <a:t>}</a:t>
            </a:r>
            <a:br>
              <a:rPr lang="en-US" altLang="ko-KR" sz="1000" dirty="0">
                <a:solidFill>
                  <a:srgbClr val="54A857"/>
                </a:solidFill>
                <a:effectLst/>
              </a:rPr>
            </a:br>
            <a:r>
              <a:rPr lang="en-US" altLang="ko-KR" sz="1000" dirty="0">
                <a:solidFill>
                  <a:srgbClr val="E8BA36"/>
                </a:solidFill>
                <a:effectLst/>
              </a:rPr>
              <a:t>}</a:t>
            </a:r>
            <a:br>
              <a:rPr lang="en-US" altLang="ko-KR" sz="1000" dirty="0">
                <a:solidFill>
                  <a:srgbClr val="E8BA36"/>
                </a:solidFill>
                <a:effectLst/>
              </a:rPr>
            </a:br>
            <a:endParaRPr lang="ko-KR" altLang="en-US" sz="1600" dirty="0">
              <a:solidFill>
                <a:srgbClr val="D4D4D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50723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5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AB6213B-1514-F2E5-1912-7CECE0991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51" y="925285"/>
            <a:ext cx="4936349" cy="4800600"/>
          </a:xfrm>
          <a:prstGeom prst="rect">
            <a:avLst/>
          </a:prstGeom>
        </p:spPr>
      </p:pic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10408E-E75F-B6D5-7927-231F13C18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39464" y="925285"/>
            <a:ext cx="5768285" cy="47135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A97CDB-87B0-4564-9425-129E8784D49D}"/>
              </a:ext>
            </a:extLst>
          </p:cNvPr>
          <p:cNvSpPr txBox="1"/>
          <p:nvPr/>
        </p:nvSpPr>
        <p:spPr>
          <a:xfrm>
            <a:off x="4393324" y="5933495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입력 후 수정 구현 확인</a:t>
            </a:r>
          </a:p>
        </p:txBody>
      </p:sp>
    </p:spTree>
    <p:extLst>
      <p:ext uri="{BB962C8B-B14F-4D97-AF65-F5344CB8AC3E}">
        <p14:creationId xmlns:p14="http://schemas.microsoft.com/office/powerpoint/2010/main" val="3319705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5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A175EB4-3512-5E04-D080-240E6E3BD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51" y="925285"/>
            <a:ext cx="4960778" cy="48223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DF075EE-57CC-6D1A-CECE-D353F2401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035" y="925284"/>
            <a:ext cx="5827032" cy="48223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D4C670-95AA-FBF3-E5C0-82D993CE874A}"/>
              </a:ext>
            </a:extLst>
          </p:cNvPr>
          <p:cNvSpPr txBox="1"/>
          <p:nvPr/>
        </p:nvSpPr>
        <p:spPr>
          <a:xfrm>
            <a:off x="4393324" y="5933495"/>
            <a:ext cx="2985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입력 및 검색 </a:t>
            </a:r>
            <a:r>
              <a:rPr kumimoji="1" lang="en-US" altLang="ko-KR" dirty="0"/>
              <a:t>,</a:t>
            </a:r>
            <a:r>
              <a:rPr kumimoji="1" lang="ko-KR" altLang="en-US" dirty="0"/>
              <a:t> 삭제 동작 구현 </a:t>
            </a:r>
          </a:p>
        </p:txBody>
      </p:sp>
    </p:spTree>
    <p:extLst>
      <p:ext uri="{BB962C8B-B14F-4D97-AF65-F5344CB8AC3E}">
        <p14:creationId xmlns:p14="http://schemas.microsoft.com/office/powerpoint/2010/main" val="2825663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5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B2DFFB3-B6A9-49DE-0EED-904807B4B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84" y="680382"/>
            <a:ext cx="3853693" cy="223930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A4F3B92-7AA8-6462-6265-6CDFE0D64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83" y="3136245"/>
            <a:ext cx="3859613" cy="21739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B3BB9E4-79FA-3A81-2D81-3D9423F6A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515" y="780251"/>
            <a:ext cx="6644947" cy="4519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7E742E-EBC1-309B-C1B0-307E087C781F}"/>
              </a:ext>
            </a:extLst>
          </p:cNvPr>
          <p:cNvSpPr txBox="1"/>
          <p:nvPr/>
        </p:nvSpPr>
        <p:spPr>
          <a:xfrm>
            <a:off x="3702812" y="5808286"/>
            <a:ext cx="5221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영단어</a:t>
            </a:r>
            <a:r>
              <a:rPr kumimoji="1" lang="ko-KR" altLang="en-US" dirty="0"/>
              <a:t> 중복 체크 후 중복 일 경우 추가 불가 기능 구현</a:t>
            </a:r>
          </a:p>
        </p:txBody>
      </p:sp>
    </p:spTree>
    <p:extLst>
      <p:ext uri="{BB962C8B-B14F-4D97-AF65-F5344CB8AC3E}">
        <p14:creationId xmlns:p14="http://schemas.microsoft.com/office/powerpoint/2010/main" val="3758810670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2304</Words>
  <Application>Microsoft Macintosh PowerPoint</Application>
  <PresentationFormat>와이드스크린</PresentationFormat>
  <Paragraphs>23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Microsoft GothicNeo</vt:lpstr>
      <vt:lpstr>Arial</vt:lpstr>
      <vt:lpstr>Menlo-Regular</vt:lpstr>
      <vt:lpstr>TornVTI</vt:lpstr>
      <vt:lpstr>영단어 관리 프로그램</vt:lpstr>
      <vt:lpstr>Package wordNote Main Class</vt:lpstr>
      <vt:lpstr>Package wordNote Words Class</vt:lpstr>
      <vt:lpstr>Package wordNote Functions Class (1/3)</vt:lpstr>
      <vt:lpstr>Package wordNote Functions Class (2/3)</vt:lpstr>
      <vt:lpstr>Package wordNote Functions Class (3/3)</vt:lpstr>
      <vt:lpstr>Package wordNote Note Class (1/4)</vt:lpstr>
      <vt:lpstr>Package wordNote Note Class (2/4)</vt:lpstr>
      <vt:lpstr>Package wordNote Note Class (3/4)</vt:lpstr>
      <vt:lpstr>Package wordNote Note Class (4/4)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영단어 관리 프로그램</dc:title>
  <dc:creator>김가율</dc:creator>
  <cp:lastModifiedBy>김가율</cp:lastModifiedBy>
  <cp:revision>2</cp:revision>
  <dcterms:created xsi:type="dcterms:W3CDTF">2023-10-23T12:04:50Z</dcterms:created>
  <dcterms:modified xsi:type="dcterms:W3CDTF">2023-10-23T12:45:27Z</dcterms:modified>
</cp:coreProperties>
</file>